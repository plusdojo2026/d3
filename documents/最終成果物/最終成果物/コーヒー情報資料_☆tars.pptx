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65" r:id="rId7"/>
    <p:sldId id="266" r:id="rId8"/>
    <p:sldId id="267" r:id="rId9"/>
    <p:sldId id="268" r:id="rId10"/>
    <p:sldId id="269" r:id="rId11"/>
    <p:sldId id="271" r:id="rId12"/>
    <p:sldId id="272" r:id="rId13"/>
    <p:sldId id="264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87DCB2-52CE-4E2A-A24D-22E84FF53D68}" v="403" dt="2026-06-19T07:17:28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oda akari" userId="lRc+6plyY6NaI888JyCkkXR4PoIncAp1L1vV4exkoJE=" providerId="None" clId="Web-{CE87DCB2-52CE-4E2A-A24D-22E84FF53D68}"/>
    <pc:docChg chg="addSld delSld modSld">
      <pc:chgData name="toyoda akari" userId="lRc+6plyY6NaI888JyCkkXR4PoIncAp1L1vV4exkoJE=" providerId="None" clId="Web-{CE87DCB2-52CE-4E2A-A24D-22E84FF53D68}" dt="2026-06-19T07:17:28.216" v="226" actId="20577"/>
      <pc:docMkLst>
        <pc:docMk/>
      </pc:docMkLst>
      <pc:sldChg chg="modSp">
        <pc:chgData name="toyoda akari" userId="lRc+6plyY6NaI888JyCkkXR4PoIncAp1L1vV4exkoJE=" providerId="None" clId="Web-{CE87DCB2-52CE-4E2A-A24D-22E84FF53D68}" dt="2026-06-19T07:04:59.532" v="11" actId="20577"/>
        <pc:sldMkLst>
          <pc:docMk/>
          <pc:sldMk cId="3506751834" sldId="256"/>
        </pc:sldMkLst>
        <pc:spChg chg="mod">
          <ac:chgData name="toyoda akari" userId="lRc+6plyY6NaI888JyCkkXR4PoIncAp1L1vV4exkoJE=" providerId="None" clId="Web-{CE87DCB2-52CE-4E2A-A24D-22E84FF53D68}" dt="2026-06-19T07:02:37.120" v="4" actId="20577"/>
          <ac:spMkLst>
            <pc:docMk/>
            <pc:sldMk cId="3506751834" sldId="256"/>
            <ac:spMk id="6" creationId="{271293BA-616E-0987-21B8-A7619C225D63}"/>
          </ac:spMkLst>
        </pc:spChg>
        <pc:spChg chg="mod">
          <ac:chgData name="toyoda akari" userId="lRc+6plyY6NaI888JyCkkXR4PoIncAp1L1vV4exkoJE=" providerId="None" clId="Web-{CE87DCB2-52CE-4E2A-A24D-22E84FF53D68}" dt="2026-06-19T07:02:47.558" v="8" actId="20577"/>
          <ac:spMkLst>
            <pc:docMk/>
            <pc:sldMk cId="3506751834" sldId="256"/>
            <ac:spMk id="9" creationId="{96CA3926-3D9C-F16E-6CDA-E56FFF96E663}"/>
          </ac:spMkLst>
        </pc:spChg>
        <pc:spChg chg="mod">
          <ac:chgData name="toyoda akari" userId="lRc+6plyY6NaI888JyCkkXR4PoIncAp1L1vV4exkoJE=" providerId="None" clId="Web-{CE87DCB2-52CE-4E2A-A24D-22E84FF53D68}" dt="2026-06-19T07:04:59.532" v="11" actId="20577"/>
          <ac:spMkLst>
            <pc:docMk/>
            <pc:sldMk cId="3506751834" sldId="256"/>
            <ac:spMk id="11" creationId="{BA6FF9D7-F304-4C77-6E14-B40F7346B4BB}"/>
          </ac:spMkLst>
        </pc:spChg>
      </pc:sldChg>
      <pc:sldChg chg="modSp">
        <pc:chgData name="toyoda akari" userId="lRc+6plyY6NaI888JyCkkXR4PoIncAp1L1vV4exkoJE=" providerId="None" clId="Web-{CE87DCB2-52CE-4E2A-A24D-22E84FF53D68}" dt="2026-06-19T07:08:16.195" v="33" actId="20577"/>
        <pc:sldMkLst>
          <pc:docMk/>
          <pc:sldMk cId="400352448" sldId="257"/>
        </pc:sldMkLst>
        <pc:spChg chg="mod">
          <ac:chgData name="toyoda akari" userId="lRc+6plyY6NaI888JyCkkXR4PoIncAp1L1vV4exkoJE=" providerId="None" clId="Web-{CE87DCB2-52CE-4E2A-A24D-22E84FF53D68}" dt="2026-06-19T07:08:04.523" v="20" actId="20577"/>
          <ac:spMkLst>
            <pc:docMk/>
            <pc:sldMk cId="400352448" sldId="257"/>
            <ac:spMk id="6" creationId="{A3310697-72B3-1483-75F7-91CE0F336B09}"/>
          </ac:spMkLst>
        </pc:spChg>
        <pc:spChg chg="mod">
          <ac:chgData name="toyoda akari" userId="lRc+6plyY6NaI888JyCkkXR4PoIncAp1L1vV4exkoJE=" providerId="None" clId="Web-{CE87DCB2-52CE-4E2A-A24D-22E84FF53D68}" dt="2026-06-19T07:07:57.460" v="17" actId="20577"/>
          <ac:spMkLst>
            <pc:docMk/>
            <pc:sldMk cId="400352448" sldId="257"/>
            <ac:spMk id="9" creationId="{A5079E3D-8AA4-9715-164D-275E41D2D318}"/>
          </ac:spMkLst>
        </pc:spChg>
        <pc:spChg chg="mod">
          <ac:chgData name="toyoda akari" userId="lRc+6plyY6NaI888JyCkkXR4PoIncAp1L1vV4exkoJE=" providerId="None" clId="Web-{CE87DCB2-52CE-4E2A-A24D-22E84FF53D68}" dt="2026-06-19T07:08:16.195" v="33" actId="20577"/>
          <ac:spMkLst>
            <pc:docMk/>
            <pc:sldMk cId="400352448" sldId="257"/>
            <ac:spMk id="11" creationId="{867AA8E4-6485-62D4-B64D-33BED94677BC}"/>
          </ac:spMkLst>
        </pc:spChg>
      </pc:sldChg>
      <pc:sldChg chg="modSp">
        <pc:chgData name="toyoda akari" userId="lRc+6plyY6NaI888JyCkkXR4PoIncAp1L1vV4exkoJE=" providerId="None" clId="Web-{CE87DCB2-52CE-4E2A-A24D-22E84FF53D68}" dt="2026-06-19T07:09:22.213" v="57" actId="20577"/>
        <pc:sldMkLst>
          <pc:docMk/>
          <pc:sldMk cId="1216181068" sldId="261"/>
        </pc:sldMkLst>
        <pc:spChg chg="mod">
          <ac:chgData name="toyoda akari" userId="lRc+6plyY6NaI888JyCkkXR4PoIncAp1L1vV4exkoJE=" providerId="None" clId="Web-{CE87DCB2-52CE-4E2A-A24D-22E84FF53D68}" dt="2026-06-19T07:08:31.727" v="45" actId="20577"/>
          <ac:spMkLst>
            <pc:docMk/>
            <pc:sldMk cId="1216181068" sldId="261"/>
            <ac:spMk id="3" creationId="{11F6F64C-2E79-01B5-52DA-DC3C9A85D921}"/>
          </ac:spMkLst>
        </pc:spChg>
        <pc:spChg chg="mod">
          <ac:chgData name="toyoda akari" userId="lRc+6plyY6NaI888JyCkkXR4PoIncAp1L1vV4exkoJE=" providerId="None" clId="Web-{CE87DCB2-52CE-4E2A-A24D-22E84FF53D68}" dt="2026-06-19T07:08:26.586" v="39" actId="20577"/>
          <ac:spMkLst>
            <pc:docMk/>
            <pc:sldMk cId="1216181068" sldId="261"/>
            <ac:spMk id="6" creationId="{D7C98E2D-F865-1676-2C66-468347A38F82}"/>
          </ac:spMkLst>
        </pc:spChg>
        <pc:spChg chg="mod">
          <ac:chgData name="toyoda akari" userId="lRc+6plyY6NaI888JyCkkXR4PoIncAp1L1vV4exkoJE=" providerId="None" clId="Web-{CE87DCB2-52CE-4E2A-A24D-22E84FF53D68}" dt="2026-06-19T07:09:22.213" v="57" actId="20577"/>
          <ac:spMkLst>
            <pc:docMk/>
            <pc:sldMk cId="1216181068" sldId="261"/>
            <ac:spMk id="11" creationId="{C4EF3D37-4277-6019-914A-8938BD696F38}"/>
          </ac:spMkLst>
        </pc:spChg>
      </pc:sldChg>
      <pc:sldChg chg="modSp">
        <pc:chgData name="toyoda akari" userId="lRc+6plyY6NaI888JyCkkXR4PoIncAp1L1vV4exkoJE=" providerId="None" clId="Web-{CE87DCB2-52CE-4E2A-A24D-22E84FF53D68}" dt="2026-06-19T07:10:25.325" v="76" actId="20577"/>
        <pc:sldMkLst>
          <pc:docMk/>
          <pc:sldMk cId="1722024291" sldId="262"/>
        </pc:sldMkLst>
        <pc:spChg chg="mod">
          <ac:chgData name="toyoda akari" userId="lRc+6plyY6NaI888JyCkkXR4PoIncAp1L1vV4exkoJE=" providerId="None" clId="Web-{CE87DCB2-52CE-4E2A-A24D-22E84FF53D68}" dt="2026-06-19T07:10:25.325" v="76" actId="20577"/>
          <ac:spMkLst>
            <pc:docMk/>
            <pc:sldMk cId="1722024291" sldId="262"/>
            <ac:spMk id="3" creationId="{E0E2C66A-40C0-B279-3FDD-C2BA0C68F6DF}"/>
          </ac:spMkLst>
        </pc:spChg>
        <pc:spChg chg="mod">
          <ac:chgData name="toyoda akari" userId="lRc+6plyY6NaI888JyCkkXR4PoIncAp1L1vV4exkoJE=" providerId="None" clId="Web-{CE87DCB2-52CE-4E2A-A24D-22E84FF53D68}" dt="2026-06-19T07:09:56.168" v="74" actId="20577"/>
          <ac:spMkLst>
            <pc:docMk/>
            <pc:sldMk cId="1722024291" sldId="262"/>
            <ac:spMk id="6" creationId="{E79AC5A6-502A-EFB1-A668-69A7AA5F7431}"/>
          </ac:spMkLst>
        </pc:spChg>
        <pc:spChg chg="mod">
          <ac:chgData name="toyoda akari" userId="lRc+6plyY6NaI888JyCkkXR4PoIncAp1L1vV4exkoJE=" providerId="None" clId="Web-{CE87DCB2-52CE-4E2A-A24D-22E84FF53D68}" dt="2026-06-19T07:09:44.105" v="71" actId="20577"/>
          <ac:spMkLst>
            <pc:docMk/>
            <pc:sldMk cId="1722024291" sldId="262"/>
            <ac:spMk id="9" creationId="{C598320B-10AE-3A59-27F7-1FD0BC867937}"/>
          </ac:spMkLst>
        </pc:spChg>
      </pc:sldChg>
      <pc:sldChg chg="modSp">
        <pc:chgData name="toyoda akari" userId="lRc+6plyY6NaI888JyCkkXR4PoIncAp1L1vV4exkoJE=" providerId="None" clId="Web-{CE87DCB2-52CE-4E2A-A24D-22E84FF53D68}" dt="2026-06-19T07:11:16.155" v="91" actId="20577"/>
        <pc:sldMkLst>
          <pc:docMk/>
          <pc:sldMk cId="4040144102" sldId="263"/>
        </pc:sldMkLst>
        <pc:spChg chg="mod">
          <ac:chgData name="toyoda akari" userId="lRc+6plyY6NaI888JyCkkXR4PoIncAp1L1vV4exkoJE=" providerId="None" clId="Web-{CE87DCB2-52CE-4E2A-A24D-22E84FF53D68}" dt="2026-06-19T07:10:39.966" v="82" actId="20577"/>
          <ac:spMkLst>
            <pc:docMk/>
            <pc:sldMk cId="4040144102" sldId="263"/>
            <ac:spMk id="6" creationId="{9797037B-189D-2633-40D1-44A073D66E77}"/>
          </ac:spMkLst>
        </pc:spChg>
        <pc:spChg chg="mod">
          <ac:chgData name="toyoda akari" userId="lRc+6plyY6NaI888JyCkkXR4PoIncAp1L1vV4exkoJE=" providerId="None" clId="Web-{CE87DCB2-52CE-4E2A-A24D-22E84FF53D68}" dt="2026-06-19T07:10:47.404" v="88" actId="20577"/>
          <ac:spMkLst>
            <pc:docMk/>
            <pc:sldMk cId="4040144102" sldId="263"/>
            <ac:spMk id="9" creationId="{4E7E9297-AACA-372A-896E-650C841F02C8}"/>
          </ac:spMkLst>
        </pc:spChg>
        <pc:spChg chg="mod">
          <ac:chgData name="toyoda akari" userId="lRc+6plyY6NaI888JyCkkXR4PoIncAp1L1vV4exkoJE=" providerId="None" clId="Web-{CE87DCB2-52CE-4E2A-A24D-22E84FF53D68}" dt="2026-06-19T07:11:16.155" v="91" actId="20577"/>
          <ac:spMkLst>
            <pc:docMk/>
            <pc:sldMk cId="4040144102" sldId="263"/>
            <ac:spMk id="11" creationId="{AA0F43AF-4DA0-7B2A-608C-8D8943C7A09B}"/>
          </ac:spMkLst>
        </pc:spChg>
      </pc:sldChg>
      <pc:sldChg chg="modSp">
        <pc:chgData name="toyoda akari" userId="lRc+6plyY6NaI888JyCkkXR4PoIncAp1L1vV4exkoJE=" providerId="None" clId="Web-{CE87DCB2-52CE-4E2A-A24D-22E84FF53D68}" dt="2026-06-19T07:12:23.986" v="114" actId="20577"/>
        <pc:sldMkLst>
          <pc:docMk/>
          <pc:sldMk cId="729657762" sldId="265"/>
        </pc:sldMkLst>
        <pc:spChg chg="mod">
          <ac:chgData name="toyoda akari" userId="lRc+6plyY6NaI888JyCkkXR4PoIncAp1L1vV4exkoJE=" providerId="None" clId="Web-{CE87DCB2-52CE-4E2A-A24D-22E84FF53D68}" dt="2026-06-19T07:11:26.905" v="97" actId="20577"/>
          <ac:spMkLst>
            <pc:docMk/>
            <pc:sldMk cId="729657762" sldId="265"/>
            <ac:spMk id="6" creationId="{271293BA-616E-0987-21B8-A7619C225D63}"/>
          </ac:spMkLst>
        </pc:spChg>
        <pc:spChg chg="mod">
          <ac:chgData name="toyoda akari" userId="lRc+6plyY6NaI888JyCkkXR4PoIncAp1L1vV4exkoJE=" providerId="None" clId="Web-{CE87DCB2-52CE-4E2A-A24D-22E84FF53D68}" dt="2026-06-19T07:11:31.484" v="101" actId="20577"/>
          <ac:spMkLst>
            <pc:docMk/>
            <pc:sldMk cId="729657762" sldId="265"/>
            <ac:spMk id="7" creationId="{07601548-CAA5-C253-D4C5-FED9F43A5EEC}"/>
          </ac:spMkLst>
        </pc:spChg>
        <pc:spChg chg="mod">
          <ac:chgData name="toyoda akari" userId="lRc+6plyY6NaI888JyCkkXR4PoIncAp1L1vV4exkoJE=" providerId="None" clId="Web-{CE87DCB2-52CE-4E2A-A24D-22E84FF53D68}" dt="2026-06-19T07:12:23.986" v="114" actId="20577"/>
          <ac:spMkLst>
            <pc:docMk/>
            <pc:sldMk cId="729657762" sldId="265"/>
            <ac:spMk id="11" creationId="{BA6FF9D7-F304-4C77-6E14-B40F7346B4BB}"/>
          </ac:spMkLst>
        </pc:spChg>
      </pc:sldChg>
      <pc:sldChg chg="modSp">
        <pc:chgData name="toyoda akari" userId="lRc+6plyY6NaI888JyCkkXR4PoIncAp1L1vV4exkoJE=" providerId="None" clId="Web-{CE87DCB2-52CE-4E2A-A24D-22E84FF53D68}" dt="2026-06-19T07:12:41.846" v="130" actId="20577"/>
        <pc:sldMkLst>
          <pc:docMk/>
          <pc:sldMk cId="1592177629" sldId="266"/>
        </pc:sldMkLst>
        <pc:spChg chg="mod">
          <ac:chgData name="toyoda akari" userId="lRc+6plyY6NaI888JyCkkXR4PoIncAp1L1vV4exkoJE=" providerId="None" clId="Web-{CE87DCB2-52CE-4E2A-A24D-22E84FF53D68}" dt="2026-06-19T07:12:28.986" v="119" actId="20577"/>
          <ac:spMkLst>
            <pc:docMk/>
            <pc:sldMk cId="1592177629" sldId="266"/>
            <ac:spMk id="6" creationId="{271293BA-616E-0987-21B8-A7619C225D63}"/>
          </ac:spMkLst>
        </pc:spChg>
        <pc:spChg chg="mod">
          <ac:chgData name="toyoda akari" userId="lRc+6plyY6NaI888JyCkkXR4PoIncAp1L1vV4exkoJE=" providerId="None" clId="Web-{CE87DCB2-52CE-4E2A-A24D-22E84FF53D68}" dt="2026-06-19T07:12:35.017" v="124" actId="20577"/>
          <ac:spMkLst>
            <pc:docMk/>
            <pc:sldMk cId="1592177629" sldId="266"/>
            <ac:spMk id="9" creationId="{96CA3926-3D9C-F16E-6CDA-E56FFF96E663}"/>
          </ac:spMkLst>
        </pc:spChg>
        <pc:spChg chg="mod">
          <ac:chgData name="toyoda akari" userId="lRc+6plyY6NaI888JyCkkXR4PoIncAp1L1vV4exkoJE=" providerId="None" clId="Web-{CE87DCB2-52CE-4E2A-A24D-22E84FF53D68}" dt="2026-06-19T07:12:41.846" v="130" actId="20577"/>
          <ac:spMkLst>
            <pc:docMk/>
            <pc:sldMk cId="1592177629" sldId="266"/>
            <ac:spMk id="11" creationId="{BA6FF9D7-F304-4C77-6E14-B40F7346B4BB}"/>
          </ac:spMkLst>
        </pc:spChg>
      </pc:sldChg>
      <pc:sldChg chg="modSp">
        <pc:chgData name="toyoda akari" userId="lRc+6plyY6NaI888JyCkkXR4PoIncAp1L1vV4exkoJE=" providerId="None" clId="Web-{CE87DCB2-52CE-4E2A-A24D-22E84FF53D68}" dt="2026-06-19T07:13:23.972" v="152" actId="20577"/>
        <pc:sldMkLst>
          <pc:docMk/>
          <pc:sldMk cId="2442580614" sldId="267"/>
        </pc:sldMkLst>
        <pc:spChg chg="mod">
          <ac:chgData name="toyoda akari" userId="lRc+6plyY6NaI888JyCkkXR4PoIncAp1L1vV4exkoJE=" providerId="None" clId="Web-{CE87DCB2-52CE-4E2A-A24D-22E84FF53D68}" dt="2026-06-19T07:12:51.096" v="133" actId="20577"/>
          <ac:spMkLst>
            <pc:docMk/>
            <pc:sldMk cId="2442580614" sldId="267"/>
            <ac:spMk id="6" creationId="{F082A52D-2DA6-8D18-2725-2EB7F9698286}"/>
          </ac:spMkLst>
        </pc:spChg>
        <pc:spChg chg="mod">
          <ac:chgData name="toyoda akari" userId="lRc+6plyY6NaI888JyCkkXR4PoIncAp1L1vV4exkoJE=" providerId="None" clId="Web-{CE87DCB2-52CE-4E2A-A24D-22E84FF53D68}" dt="2026-06-19T07:13:15.050" v="149" actId="20577"/>
          <ac:spMkLst>
            <pc:docMk/>
            <pc:sldMk cId="2442580614" sldId="267"/>
            <ac:spMk id="9" creationId="{A04EB6EF-4AB3-908B-36B0-B48A0EDD0015}"/>
          </ac:spMkLst>
        </pc:spChg>
        <pc:spChg chg="mod">
          <ac:chgData name="toyoda akari" userId="lRc+6plyY6NaI888JyCkkXR4PoIncAp1L1vV4exkoJE=" providerId="None" clId="Web-{CE87DCB2-52CE-4E2A-A24D-22E84FF53D68}" dt="2026-06-19T07:13:23.972" v="152" actId="20577"/>
          <ac:spMkLst>
            <pc:docMk/>
            <pc:sldMk cId="2442580614" sldId="267"/>
            <ac:spMk id="11" creationId="{D2452F0D-151A-D29B-A0EE-15A77C92998B}"/>
          </ac:spMkLst>
        </pc:spChg>
      </pc:sldChg>
      <pc:sldChg chg="modSp">
        <pc:chgData name="toyoda akari" userId="lRc+6plyY6NaI888JyCkkXR4PoIncAp1L1vV4exkoJE=" providerId="None" clId="Web-{CE87DCB2-52CE-4E2A-A24D-22E84FF53D68}" dt="2026-06-19T07:14:51.694" v="175" actId="20577"/>
        <pc:sldMkLst>
          <pc:docMk/>
          <pc:sldMk cId="677241856" sldId="268"/>
        </pc:sldMkLst>
        <pc:spChg chg="mod">
          <ac:chgData name="toyoda akari" userId="lRc+6plyY6NaI888JyCkkXR4PoIncAp1L1vV4exkoJE=" providerId="None" clId="Web-{CE87DCB2-52CE-4E2A-A24D-22E84FF53D68}" dt="2026-06-19T07:14:00.802" v="156" actId="20577"/>
          <ac:spMkLst>
            <pc:docMk/>
            <pc:sldMk cId="677241856" sldId="268"/>
            <ac:spMk id="6" creationId="{320222B4-5330-0B4D-EF4C-C0C857892BC9}"/>
          </ac:spMkLst>
        </pc:spChg>
        <pc:spChg chg="mod">
          <ac:chgData name="toyoda akari" userId="lRc+6plyY6NaI888JyCkkXR4PoIncAp1L1vV4exkoJE=" providerId="None" clId="Web-{CE87DCB2-52CE-4E2A-A24D-22E84FF53D68}" dt="2026-06-19T07:14:04.489" v="165" actId="20577"/>
          <ac:spMkLst>
            <pc:docMk/>
            <pc:sldMk cId="677241856" sldId="268"/>
            <ac:spMk id="9" creationId="{2DEC77F7-5E0B-7948-01D0-05F1BD64F1E3}"/>
          </ac:spMkLst>
        </pc:spChg>
        <pc:spChg chg="mod">
          <ac:chgData name="toyoda akari" userId="lRc+6plyY6NaI888JyCkkXR4PoIncAp1L1vV4exkoJE=" providerId="None" clId="Web-{CE87DCB2-52CE-4E2A-A24D-22E84FF53D68}" dt="2026-06-19T07:14:51.694" v="175" actId="20577"/>
          <ac:spMkLst>
            <pc:docMk/>
            <pc:sldMk cId="677241856" sldId="268"/>
            <ac:spMk id="11" creationId="{2A63E409-892C-5D1B-7B04-3D085087D0E4}"/>
          </ac:spMkLst>
        </pc:spChg>
      </pc:sldChg>
      <pc:sldChg chg="modSp">
        <pc:chgData name="toyoda akari" userId="lRc+6plyY6NaI888JyCkkXR4PoIncAp1L1vV4exkoJE=" providerId="None" clId="Web-{CE87DCB2-52CE-4E2A-A24D-22E84FF53D68}" dt="2026-06-19T07:15:49.915" v="188" actId="20577"/>
        <pc:sldMkLst>
          <pc:docMk/>
          <pc:sldMk cId="2018582429" sldId="269"/>
        </pc:sldMkLst>
        <pc:spChg chg="mod">
          <ac:chgData name="toyoda akari" userId="lRc+6plyY6NaI888JyCkkXR4PoIncAp1L1vV4exkoJE=" providerId="None" clId="Web-{CE87DCB2-52CE-4E2A-A24D-22E84FF53D68}" dt="2026-06-19T07:15:25.789" v="178" actId="20577"/>
          <ac:spMkLst>
            <pc:docMk/>
            <pc:sldMk cId="2018582429" sldId="269"/>
            <ac:spMk id="6" creationId="{8D9BD9B2-F020-89B6-221A-8B8AD6CA8BD6}"/>
          </ac:spMkLst>
        </pc:spChg>
        <pc:spChg chg="mod">
          <ac:chgData name="toyoda akari" userId="lRc+6plyY6NaI888JyCkkXR4PoIncAp1L1vV4exkoJE=" providerId="None" clId="Web-{CE87DCB2-52CE-4E2A-A24D-22E84FF53D68}" dt="2026-06-19T07:15:47.977" v="185" actId="20577"/>
          <ac:spMkLst>
            <pc:docMk/>
            <pc:sldMk cId="2018582429" sldId="269"/>
            <ac:spMk id="9" creationId="{379400CA-8144-41D6-AF62-7CC500B7D1A4}"/>
          </ac:spMkLst>
        </pc:spChg>
        <pc:spChg chg="mod">
          <ac:chgData name="toyoda akari" userId="lRc+6plyY6NaI888JyCkkXR4PoIncAp1L1vV4exkoJE=" providerId="None" clId="Web-{CE87DCB2-52CE-4E2A-A24D-22E84FF53D68}" dt="2026-06-19T07:15:49.915" v="188" actId="20577"/>
          <ac:spMkLst>
            <pc:docMk/>
            <pc:sldMk cId="2018582429" sldId="269"/>
            <ac:spMk id="11" creationId="{D780C2B0-37DE-7005-9B5B-59133ACE90F0}"/>
          </ac:spMkLst>
        </pc:spChg>
      </pc:sldChg>
      <pc:sldChg chg="modSp">
        <pc:chgData name="toyoda akari" userId="lRc+6plyY6NaI888JyCkkXR4PoIncAp1L1vV4exkoJE=" providerId="None" clId="Web-{CE87DCB2-52CE-4E2A-A24D-22E84FF53D68}" dt="2026-06-19T07:16:54.730" v="204" actId="20577"/>
        <pc:sldMkLst>
          <pc:docMk/>
          <pc:sldMk cId="418268831" sldId="271"/>
        </pc:sldMkLst>
        <pc:spChg chg="mod">
          <ac:chgData name="toyoda akari" userId="lRc+6plyY6NaI888JyCkkXR4PoIncAp1L1vV4exkoJE=" providerId="None" clId="Web-{CE87DCB2-52CE-4E2A-A24D-22E84FF53D68}" dt="2026-06-19T07:16:31.792" v="194" actId="20577"/>
          <ac:spMkLst>
            <pc:docMk/>
            <pc:sldMk cId="418268831" sldId="271"/>
            <ac:spMk id="6" creationId="{D673E2D9-DF7B-44C3-8AA8-E4754366B4EC}"/>
          </ac:spMkLst>
        </pc:spChg>
        <pc:spChg chg="mod">
          <ac:chgData name="toyoda akari" userId="lRc+6plyY6NaI888JyCkkXR4PoIncAp1L1vV4exkoJE=" providerId="None" clId="Web-{CE87DCB2-52CE-4E2A-A24D-22E84FF53D68}" dt="2026-06-19T07:16:51.464" v="202" actId="20577"/>
          <ac:spMkLst>
            <pc:docMk/>
            <pc:sldMk cId="418268831" sldId="271"/>
            <ac:spMk id="9" creationId="{5E311676-C1EF-FF46-55C8-C000BDD5941D}"/>
          </ac:spMkLst>
        </pc:spChg>
        <pc:spChg chg="mod">
          <ac:chgData name="toyoda akari" userId="lRc+6plyY6NaI888JyCkkXR4PoIncAp1L1vV4exkoJE=" providerId="None" clId="Web-{CE87DCB2-52CE-4E2A-A24D-22E84FF53D68}" dt="2026-06-19T07:16:54.730" v="204" actId="20577"/>
          <ac:spMkLst>
            <pc:docMk/>
            <pc:sldMk cId="418268831" sldId="271"/>
            <ac:spMk id="11" creationId="{190521A9-5447-E20D-EB49-1B9DC5B193AF}"/>
          </ac:spMkLst>
        </pc:spChg>
      </pc:sldChg>
      <pc:sldChg chg="modSp">
        <pc:chgData name="toyoda akari" userId="lRc+6plyY6NaI888JyCkkXR4PoIncAp1L1vV4exkoJE=" providerId="None" clId="Web-{CE87DCB2-52CE-4E2A-A24D-22E84FF53D68}" dt="2026-06-19T07:17:28.216" v="226" actId="20577"/>
        <pc:sldMkLst>
          <pc:docMk/>
          <pc:sldMk cId="2031589246" sldId="272"/>
        </pc:sldMkLst>
        <pc:spChg chg="mod">
          <ac:chgData name="toyoda akari" userId="lRc+6plyY6NaI888JyCkkXR4PoIncAp1L1vV4exkoJE=" providerId="None" clId="Web-{CE87DCB2-52CE-4E2A-A24D-22E84FF53D68}" dt="2026-06-19T07:17:02.527" v="211" actId="20577"/>
          <ac:spMkLst>
            <pc:docMk/>
            <pc:sldMk cId="2031589246" sldId="272"/>
            <ac:spMk id="6" creationId="{C63EB471-BF82-AAF4-1950-B4499523E1A9}"/>
          </ac:spMkLst>
        </pc:spChg>
        <pc:spChg chg="mod">
          <ac:chgData name="toyoda akari" userId="lRc+6plyY6NaI888JyCkkXR4PoIncAp1L1vV4exkoJE=" providerId="None" clId="Web-{CE87DCB2-52CE-4E2A-A24D-22E84FF53D68}" dt="2026-06-19T07:17:17.512" v="219" actId="20577"/>
          <ac:spMkLst>
            <pc:docMk/>
            <pc:sldMk cId="2031589246" sldId="272"/>
            <ac:spMk id="9" creationId="{DE49E44C-BBB1-A0E4-92F5-9973E62701BD}"/>
          </ac:spMkLst>
        </pc:spChg>
        <pc:spChg chg="mod">
          <ac:chgData name="toyoda akari" userId="lRc+6plyY6NaI888JyCkkXR4PoIncAp1L1vV4exkoJE=" providerId="None" clId="Web-{CE87DCB2-52CE-4E2A-A24D-22E84FF53D68}" dt="2026-06-19T07:17:28.216" v="226" actId="20577"/>
          <ac:spMkLst>
            <pc:docMk/>
            <pc:sldMk cId="2031589246" sldId="272"/>
            <ac:spMk id="11" creationId="{A2725734-858D-E9E0-4C7F-5D68E7100EE5}"/>
          </ac:spMkLst>
        </pc:spChg>
      </pc:sldChg>
      <pc:sldChg chg="addSp delSp new del">
        <pc:chgData name="toyoda akari" userId="lRc+6plyY6NaI888JyCkkXR4PoIncAp1L1vV4exkoJE=" providerId="None" clId="Web-{CE87DCB2-52CE-4E2A-A24D-22E84FF53D68}" dt="2026-06-19T07:12:12.954" v="112"/>
        <pc:sldMkLst>
          <pc:docMk/>
          <pc:sldMk cId="3767379896" sldId="273"/>
        </pc:sldMkLst>
        <pc:spChg chg="add del">
          <ac:chgData name="toyoda akari" userId="lRc+6plyY6NaI888JyCkkXR4PoIncAp1L1vV4exkoJE=" providerId="None" clId="Web-{CE87DCB2-52CE-4E2A-A24D-22E84FF53D68}" dt="2026-06-19T07:12:12.829" v="110"/>
          <ac:spMkLst>
            <pc:docMk/>
            <pc:sldMk cId="3767379896" sldId="273"/>
            <ac:spMk id="2" creationId="{3EB9C8F1-DFC7-B641-ABEA-6FBBFF14B59E}"/>
          </ac:spMkLst>
        </pc:spChg>
        <pc:spChg chg="add del">
          <ac:chgData name="toyoda akari" userId="lRc+6plyY6NaI888JyCkkXR4PoIncAp1L1vV4exkoJE=" providerId="None" clId="Web-{CE87DCB2-52CE-4E2A-A24D-22E84FF53D68}" dt="2026-06-19T07:12:12.829" v="111"/>
          <ac:spMkLst>
            <pc:docMk/>
            <pc:sldMk cId="3767379896" sldId="273"/>
            <ac:spMk id="3" creationId="{2FD04CF6-E2C3-B82D-C5D5-EB794697BA7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641ED9-485F-09A7-7865-BF0FEE1B6D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3F1774C-0AC2-8AB6-8F5B-A615493EAE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E8D03D0-6F10-B363-2802-310F59084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BBAB6-2965-93DB-1B3F-4B2D1ADE4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2B521F-BFFC-4620-0516-FA9C2B75F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982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2048A2-9893-EF4E-297D-D851F7409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066D7FA-3EDA-0820-B9E0-E176661A0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7BD03B9-0AD8-528F-20DA-827418E8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630CAD-9772-BCB2-7CDC-7A700B411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B20727-517C-F766-E30C-D8296937E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4495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DA99EE-E9A3-784B-1E6A-71322F86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8F1EA3-336C-494D-9C47-2FAA5BBC6D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4C3857-1FE9-7349-3AFD-B52CD371B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5EA55-6D81-EF6E-47C8-68D3F35BA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9C30FE-85A7-BCC9-0AC4-86980B37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6358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1929FA-5703-1A18-AEE1-F42E739B6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856B4D-73FE-E77A-178D-F8157A3C75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F794EA-82E7-C475-7B65-3509ED0E2E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7BC030-2AC7-4A05-36FC-C76CF8A1D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8509618-DBE1-605C-48F4-6EB3E5E56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DA65B31-3795-4B8A-64EF-853108CCE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638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B7F514-1DC9-1079-8F3C-83CEAF413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633BDB-BE61-3C8B-58EB-289DFB0CD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8523C8-48FC-097F-56C4-9520E7438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6C052C6-A889-E844-9FA8-56653E19C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105A203-60D6-7F6E-450E-2CED122D3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DF992E7-D4A1-0E74-1E37-CC36A503F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41414DA-1476-2732-064B-511499637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150D15-B313-2049-F698-4DC89D3C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6494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ED518B-2331-2612-3103-F35366CF4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336181E-47BB-D503-2AF2-84D119784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8207675-85CD-A1F9-7A29-EB6B550A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87CB06-88B0-A4CD-D9C6-64CF5D8A3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286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DB5FC3D-6EB1-4891-67C7-C8AE2AAFA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44A77F5-C759-99FF-3591-83233EA84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4A5B683-B47D-2D6F-EE55-C449E32C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535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29531-C453-4B2E-F71D-3E66860CF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98A9D2-0D9A-9243-B151-F3A969C0F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F71BF4D-E77F-10CF-7F30-CB0C83221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43F390-87B3-A619-43F9-3D2DE538B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BB9B0C-1B93-64EC-8832-970596F9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A42213-C5BA-4106-6DF8-27D8E567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748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C35045-8563-2DCE-28AC-FC34D598C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8B739C4-28AA-B421-27C5-90891C157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C0A063-53A3-7BFB-F162-1817BF776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69B28B-AF31-442B-D237-C62BCFA34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A052AE9-5894-13BB-AB52-C1BEB1937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A9931AB-A797-93B0-6CE7-BB8B302E7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467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4FB78C-51AF-7090-3BC4-733F1E3B5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EF978C1-FA76-604E-51D9-F10A3212A2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7D7037A-03DF-EFA3-3B77-8AD75D6EE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503E69B-BDC9-742F-9AB9-84A204DF5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2F1238C-341A-C413-5BF2-5F28ED81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07936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1EB377D-8649-97D2-68D9-B6D0D230C0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104C864-C573-80FA-849A-44AFD2F12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8F8119D-A725-D20B-82BE-1E68EB144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C97CA8-1733-249C-B1C7-495D53080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48A4D80-D355-CEB4-E650-BA89535A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0449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5D851E9-4516-82BA-872D-C1AD6191B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C1ADD54-C4A7-832D-3BFA-7D5C454B9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7BD89F-E6F1-BA36-E44D-8F9E7227F3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EDD3DF-8E6D-42E4-9A2D-8734FAD7DE77}" type="datetimeFigureOut">
              <a:rPr kumimoji="1" lang="ja-JP" altLang="en-US" smtClean="0"/>
              <a:t>2026/6/19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E6277A-45B4-5212-52D0-0279991AA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F045452-051A-D02C-4A8E-FFFEAC50B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BD9417-F89A-402B-BBB5-EEDE266EB6E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8374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arbucks.co.jp/?nid=m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utor.co.jp/exc/menu/detail/20230607113337.html" TargetMode="External"/><Relationship Id="rId7" Type="http://schemas.openxmlformats.org/officeDocument/2006/relationships/image" Target="../media/image20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utor.co.jp/exc/menu/detail/20230607113337.html" TargetMode="External"/><Relationship Id="rId7" Type="http://schemas.openxmlformats.org/officeDocument/2006/relationships/image" Target="../media/image2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6.jpeg"/><Relationship Id="rId7" Type="http://schemas.openxmlformats.org/officeDocument/2006/relationships/image" Target="../media/image2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6.jpeg"/><Relationship Id="rId7" Type="http://schemas.openxmlformats.org/officeDocument/2006/relationships/image" Target="../media/image2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image" Target="../media/image16.jpeg"/><Relationship Id="rId7" Type="http://schemas.openxmlformats.org/officeDocument/2006/relationships/image" Target="../media/image3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rukacafe.com/coffee-size-price/#toc4" TargetMode="External"/><Relationship Id="rId2" Type="http://schemas.openxmlformats.org/officeDocument/2006/relationships/hyperlink" Target="https://vibelife.hatenablog.com/entry/2025/06/21/065620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CB7A0B2-27D4-B94F-6325-C1C9019ED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1293BA-616E-0987-21B8-A7619C225D63}"/>
              </a:ext>
            </a:extLst>
          </p:cNvPr>
          <p:cNvSpPr txBox="1"/>
          <p:nvPr/>
        </p:nvSpPr>
        <p:spPr>
          <a:xfrm>
            <a:off x="2586129" y="157116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店：スターバックス</a:t>
            </a:r>
            <a:endParaRPr lang="en-US" altLang="ja-JP" sz="1200" b="1" dirty="0"/>
          </a:p>
          <a:p>
            <a:r>
              <a:rPr lang="ja-JP" altLang="en-US" sz="1200" b="1" dirty="0"/>
              <a:t>名前：</a:t>
            </a:r>
            <a:r>
              <a:rPr lang="ja-JP" altLang="ja-JP" sz="1200" b="1" dirty="0"/>
              <a:t>ブリュード コーヒー</a:t>
            </a:r>
            <a:r>
              <a:rPr lang="ja-JP" altLang="en-US" sz="1200" b="1" dirty="0"/>
              <a:t>（ホット</a:t>
            </a:r>
            <a:r>
              <a:rPr lang="en-US" altLang="ja-JP" sz="1200" b="1" dirty="0"/>
              <a:t>/</a:t>
            </a:r>
            <a:r>
              <a:rPr lang="ja-JP" altLang="en-US" sz="1200" b="1" dirty="0"/>
              <a:t>アイス）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short(240ml) Tall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350ml</a:t>
            </a:r>
            <a:r>
              <a:rPr lang="ja-JP" altLang="en-US" sz="1200" b="1" dirty="0"/>
              <a:t>）</a:t>
            </a:r>
            <a:endParaRPr lang="en-US" altLang="ja-JP" sz="1200" b="1" dirty="0"/>
          </a:p>
          <a:p>
            <a:r>
              <a:rPr lang="ja-JP" altLang="en-US" sz="1200" b="1" dirty="0"/>
              <a:t>値段：４４０円～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ja-JP" altLang="ja-JP" sz="1200" dirty="0">
                <a:hlinkClick r:id="rId3"/>
              </a:rPr>
              <a:t>Starbucks Coffee Japan - スターバックス コーヒー ジャパン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コーヒーの濃さ：濃い</a:t>
            </a:r>
            <a:endParaRPr lang="ja-JP" altLang="en-US" sz="1200" b="1" dirty="0">
              <a:ea typeface="游ゴシック"/>
            </a:endParaRPr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CA3926-3D9C-F16E-6CDA-E56FFF96E663}"/>
              </a:ext>
            </a:extLst>
          </p:cNvPr>
          <p:cNvSpPr txBox="1"/>
          <p:nvPr/>
        </p:nvSpPr>
        <p:spPr>
          <a:xfrm>
            <a:off x="2586129" y="2465440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店：サンマルクカフェ</a:t>
            </a:r>
            <a:endParaRPr lang="en-US" altLang="ja-JP" sz="1200" b="1" dirty="0"/>
          </a:p>
          <a:p>
            <a:r>
              <a:rPr lang="ja-JP" altLang="en-US" sz="1200" b="1" dirty="0"/>
              <a:t>名前：サンマルクブレンド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S(110ml) M(160ml)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S(350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410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https://www.saint-marc-hd.com/saintmarccafe/menu/saintmarccafe/category/drink/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 sz="1200">
              <a:ea typeface="游ゴシック"/>
            </a:endParaRPr>
          </a:p>
          <a:p>
            <a:endParaRPr lang="ja-JP" altLang="en-US" sz="1200" b="1" dirty="0">
              <a:ea typeface="游ゴシック"/>
            </a:endParaRPr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A6FF9D7-F304-4C77-6E14-B40F7346B4BB}"/>
              </a:ext>
            </a:extLst>
          </p:cNvPr>
          <p:cNvSpPr txBox="1"/>
          <p:nvPr/>
        </p:nvSpPr>
        <p:spPr>
          <a:xfrm>
            <a:off x="2586129" y="4667663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店：サンマルクカフェ</a:t>
            </a:r>
            <a:endParaRPr lang="en-US" altLang="ja-JP" sz="1200" b="1" dirty="0"/>
          </a:p>
          <a:p>
            <a:r>
              <a:rPr lang="ja-JP" altLang="en-US" sz="1200" b="1" dirty="0"/>
              <a:t>名前：　アメリカンコーヒー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S(110ml) M(160ml)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S(350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410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https://www.saint-marc-hd.com/saintmarccafe/menu/saintmarccafe/category/drink/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077209-EDE2-0210-EB1B-2D884D667B99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9AB69AA-5F48-B074-BB28-38575941FA5C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5163B47-A417-D646-FA88-6AA55393C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54487"/>
            <a:ext cx="2690093" cy="214902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052368E-1642-350D-1802-7BDA73C63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4503513"/>
            <a:ext cx="2690093" cy="2149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5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D503-F3F5-6FC3-C312-267F04BAF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3310697-72B3-1483-75F7-91CE0F336B09}"/>
              </a:ext>
            </a:extLst>
          </p:cNvPr>
          <p:cNvSpPr txBox="1"/>
          <p:nvPr/>
        </p:nvSpPr>
        <p:spPr>
          <a:xfrm>
            <a:off x="2586129" y="157116"/>
            <a:ext cx="596326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店：タリーズ</a:t>
            </a:r>
            <a:endParaRPr lang="en-US" altLang="ja-JP" sz="1200" b="1" dirty="0"/>
          </a:p>
          <a:p>
            <a:r>
              <a:rPr lang="ja-JP" altLang="en-US" sz="1200" b="1" dirty="0"/>
              <a:t>名前：水だしアイスコーヒー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short(240ml) tool(350ml) Grande(470ml)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</a:t>
            </a:r>
            <a:r>
              <a:rPr lang="ja-JP" altLang="ja-JP" sz="1200" b="1" dirty="0"/>
              <a:t>hort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455</a:t>
            </a:r>
            <a:r>
              <a:rPr lang="ja-JP" altLang="en-US" sz="1200" b="1" dirty="0"/>
              <a:t>円）</a:t>
            </a:r>
            <a:r>
              <a:rPr lang="ja-JP" altLang="ja-JP" sz="1200" b="1" dirty="0"/>
              <a:t>Tall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515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ja-JP" sz="1200" b="1" dirty="0"/>
              <a:t>Grande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575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endParaRPr lang="ja-JP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https://www.tullys.co.jp/menu/drink/coffee/cold_brew_coffee26.html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</a:t>
            </a:r>
            <a:r>
              <a:rPr lang="en-US" altLang="ja-JP" sz="1200" b="1" dirty="0"/>
              <a:t>:</a:t>
            </a:r>
            <a:r>
              <a:rPr lang="ja-JP" altLang="en-US" sz="1200" b="1" dirty="0"/>
              <a:t>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普通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5079E3D-8AA4-9715-164D-275E41D2D318}"/>
              </a:ext>
            </a:extLst>
          </p:cNvPr>
          <p:cNvSpPr txBox="1"/>
          <p:nvPr/>
        </p:nvSpPr>
        <p:spPr>
          <a:xfrm>
            <a:off x="2586129" y="2465440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店：タリーズ</a:t>
            </a:r>
            <a:endParaRPr lang="en-US" altLang="ja-JP" sz="1200" b="1" dirty="0"/>
          </a:p>
          <a:p>
            <a:r>
              <a:rPr lang="ja-JP" altLang="en-US" sz="1200" b="1" dirty="0"/>
              <a:t>名前：本日のコーヒー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Short(240ml) Tool(350ml) Grande(470ml)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ja-JP" altLang="ja-JP" sz="1200" b="1" dirty="0"/>
              <a:t>Short</a:t>
            </a:r>
            <a:r>
              <a:rPr lang="ja-JP" altLang="en-US" sz="1200" b="1" dirty="0"/>
              <a:t>（</a:t>
            </a:r>
            <a:r>
              <a:rPr lang="ja-JP" altLang="ja-JP" sz="1200" b="1" dirty="0"/>
              <a:t>390</a:t>
            </a:r>
            <a:r>
              <a:rPr lang="ja-JP" altLang="en-US" sz="1200" b="1" dirty="0"/>
              <a:t>円）</a:t>
            </a:r>
            <a:r>
              <a:rPr lang="ja-JP" altLang="ja-JP" sz="1200" b="1" dirty="0"/>
              <a:t>Tall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450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ja-JP" sz="1200" b="1" dirty="0"/>
              <a:t>Grande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510</a:t>
            </a:r>
            <a:r>
              <a:rPr lang="ja-JP" altLang="en-US" sz="1200" b="1" dirty="0"/>
              <a:t>円）</a:t>
            </a:r>
            <a:endParaRPr lang="ja-JP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https://www.tullys.co.jp/menu/drink/coffee/todays.html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67AA8E4-6485-62D4-B64D-33BED94677BC}"/>
              </a:ext>
            </a:extLst>
          </p:cNvPr>
          <p:cNvSpPr txBox="1"/>
          <p:nvPr/>
        </p:nvSpPr>
        <p:spPr>
          <a:xfrm>
            <a:off x="2586129" y="4667663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店：タリーズ</a:t>
            </a:r>
            <a:endParaRPr lang="en-US" altLang="ja-JP" sz="1200" b="1" dirty="0"/>
          </a:p>
          <a:p>
            <a:r>
              <a:rPr lang="ja-JP" altLang="en-US" sz="1200" b="1" dirty="0"/>
              <a:t>名前：アイスコーヒー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short(240ml) tool(350ml) Grande(470ml)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ja-JP" altLang="ja-JP" sz="1200" b="1" dirty="0"/>
              <a:t>Short</a:t>
            </a:r>
            <a:r>
              <a:rPr lang="ja-JP" altLang="en-US" sz="1200" b="1" dirty="0"/>
              <a:t>（</a:t>
            </a:r>
            <a:r>
              <a:rPr lang="ja-JP" altLang="ja-JP" sz="1200" b="1" dirty="0"/>
              <a:t>390</a:t>
            </a:r>
            <a:r>
              <a:rPr lang="ja-JP" altLang="en-US" sz="1200" b="1" dirty="0"/>
              <a:t>円）</a:t>
            </a:r>
            <a:r>
              <a:rPr lang="ja-JP" altLang="ja-JP" sz="1200" b="1" dirty="0"/>
              <a:t>Tall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450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ja-JP" sz="1200" b="1" dirty="0"/>
              <a:t>Grande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510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https://www.tullys.co.jp/menu/drink/coffee/iced.html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コーヒーの濃さ：濃い</a:t>
            </a:r>
            <a:endParaRPr lang="ja-JP"/>
          </a:p>
          <a:p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C89BB56F-5C18-2F6F-A051-FD19F2525BFE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202AC83-9686-B301-8FAE-A25FEC1BA9D4}"/>
              </a:ext>
            </a:extLst>
          </p:cNvPr>
          <p:cNvSpPr/>
          <p:nvPr/>
        </p:nvSpPr>
        <p:spPr>
          <a:xfrm>
            <a:off x="-1934493" y="6034214"/>
            <a:ext cx="361192" cy="59926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1028" name="Picture 4" descr="水出しアイスコーヒー">
            <a:extLst>
              <a:ext uri="{FF2B5EF4-FFF2-40B4-BE49-F238E27FC236}">
                <a16:creationId xmlns:a16="http://schemas.microsoft.com/office/drawing/2014/main" id="{5840191D-8757-657D-36B7-73E48362B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37578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本日のコーヒー">
            <a:extLst>
              <a:ext uri="{FF2B5EF4-FFF2-40B4-BE49-F238E27FC236}">
                <a16:creationId xmlns:a16="http://schemas.microsoft.com/office/drawing/2014/main" id="{43944D41-6FEB-9552-DCDE-C956BEDAF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73" y="2393660"/>
            <a:ext cx="2241884" cy="224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アイスコーヒー">
            <a:extLst>
              <a:ext uri="{FF2B5EF4-FFF2-40B4-BE49-F238E27FC236}">
                <a16:creationId xmlns:a16="http://schemas.microsoft.com/office/drawing/2014/main" id="{A72CE253-3FA9-591F-60A4-73A30C9DA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4676509"/>
            <a:ext cx="2109534" cy="2109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352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85AD6-E3FC-C4FD-6F8F-296906C23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68E7266-BC6F-64FF-E7BC-1CE897B0A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865" y="-2873864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7C98E2D-F865-1676-2C66-468347A38F82}"/>
              </a:ext>
            </a:extLst>
          </p:cNvPr>
          <p:cNvSpPr txBox="1"/>
          <p:nvPr/>
        </p:nvSpPr>
        <p:spPr>
          <a:xfrm>
            <a:off x="2586129" y="157116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店：タリーズ</a:t>
            </a:r>
            <a:endParaRPr lang="en-US" altLang="ja-JP" sz="1200" b="1" dirty="0"/>
          </a:p>
          <a:p>
            <a:r>
              <a:rPr lang="ja-JP" altLang="en-US" sz="1200" b="1" dirty="0"/>
              <a:t>名前：デカフェコーヒーカフェインレス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Tall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350ml)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515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https://www.tullys.co.jp/menu/drink/coffee/decaf.html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</a:t>
            </a:r>
            <a:r>
              <a:rPr lang="en-US" altLang="ja-JP" sz="1200" b="1" dirty="0"/>
              <a:t>:</a:t>
            </a:r>
            <a:r>
              <a:rPr lang="ja-JP" altLang="en-US" sz="1200" b="1" dirty="0"/>
              <a:t>なし</a:t>
            </a:r>
            <a:r>
              <a:rPr lang="en-US" altLang="ja-JP" sz="1200" b="1" dirty="0"/>
              <a:t>		</a:t>
            </a:r>
          </a:p>
          <a:p>
            <a:r>
              <a:rPr lang="ja-JP" altLang="en-US" sz="1200" b="1">
                <a:ea typeface="游ゴシック"/>
              </a:rPr>
              <a:t>コーヒーの濃さ：普通</a:t>
            </a:r>
            <a:endParaRPr lang="en-US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AC07CCC-F165-4135-F9DB-D39115FF7045}"/>
              </a:ext>
            </a:extLst>
          </p:cNvPr>
          <p:cNvSpPr txBox="1"/>
          <p:nvPr/>
        </p:nvSpPr>
        <p:spPr>
          <a:xfrm>
            <a:off x="2923013" y="7743293"/>
            <a:ext cx="596326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店：</a:t>
            </a:r>
            <a:endParaRPr lang="en-US" altLang="ja-JP" sz="1200" b="1" dirty="0"/>
          </a:p>
          <a:p>
            <a:r>
              <a:rPr lang="ja-JP" altLang="en-US" sz="1200" b="1" dirty="0"/>
              <a:t>名前：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endParaRPr lang="en-US" altLang="ja-JP" sz="1200" b="1" dirty="0"/>
          </a:p>
          <a:p>
            <a:r>
              <a:rPr lang="ja-JP" altLang="en-US" sz="1200" b="1" dirty="0"/>
              <a:t>産地：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</a:t>
            </a:r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4EF3D37-4277-6019-914A-8938BD696F38}"/>
              </a:ext>
            </a:extLst>
          </p:cNvPr>
          <p:cNvSpPr txBox="1"/>
          <p:nvPr/>
        </p:nvSpPr>
        <p:spPr>
          <a:xfrm>
            <a:off x="2586129" y="4667663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店：ドトール</a:t>
            </a:r>
            <a:endParaRPr lang="en-US" altLang="ja-JP" sz="1200" b="1" dirty="0"/>
          </a:p>
          <a:p>
            <a:r>
              <a:rPr lang="ja-JP" altLang="en-US" sz="1200" b="1" dirty="0"/>
              <a:t>名前：ブレンドコーヒー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S(150ml)M(200ml)L(250ml)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S(280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https://www.doutor.co.jp/dcs/menu/detail/20110907153810.html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コーヒーの濃さ：普通</a:t>
            </a:r>
            <a:endParaRPr lang="ja-JP" altLang="en-US" sz="1200" b="1">
              <a:ea typeface="游ゴシック"/>
            </a:endParaRPr>
          </a:p>
          <a:p>
            <a:endParaRPr lang="ja-JP" altLang="ja-JP" b="1" dirty="0">
              <a:ea typeface="游ゴシック" panose="020B0400000000000000" pitchFamily="34" charset="-128"/>
            </a:endParaRPr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F2C5DE2-2C76-0D5E-55D9-4C5F8DC9DB08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532648F-F807-9731-D730-3C101FBFB10C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F6F64C-2E79-01B5-52DA-DC3C9A85D921}"/>
              </a:ext>
            </a:extLst>
          </p:cNvPr>
          <p:cNvSpPr txBox="1"/>
          <p:nvPr/>
        </p:nvSpPr>
        <p:spPr>
          <a:xfrm>
            <a:off x="2586129" y="2303425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店：タリーズ</a:t>
            </a:r>
            <a:endParaRPr lang="en-US" altLang="ja-JP" sz="1200" b="1" dirty="0"/>
          </a:p>
          <a:p>
            <a:r>
              <a:rPr lang="ja-JP" altLang="en-US" sz="1200" b="1" dirty="0"/>
              <a:t>名前：カフェアメリカーノ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short(240ml) tool(350ml) Grande(470ml)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ja-JP" altLang="ja-JP" sz="1200" b="1" dirty="0"/>
              <a:t>Short</a:t>
            </a:r>
            <a:r>
              <a:rPr lang="ja-JP" altLang="en-US" sz="1200" b="1" dirty="0"/>
              <a:t>（</a:t>
            </a:r>
            <a:r>
              <a:rPr lang="ja-JP" altLang="ja-JP" sz="1200" b="1" dirty="0"/>
              <a:t>390</a:t>
            </a:r>
            <a:r>
              <a:rPr lang="ja-JP" altLang="en-US" sz="1200" b="1" dirty="0"/>
              <a:t>円）</a:t>
            </a:r>
            <a:r>
              <a:rPr lang="ja-JP" altLang="ja-JP" sz="1200" b="1" dirty="0"/>
              <a:t>Tall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450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ja-JP" sz="1200" b="1" dirty="0"/>
              <a:t>Grande</a:t>
            </a:r>
            <a:r>
              <a:rPr lang="en-US" altLang="ja-JP" sz="1200" b="1" dirty="0"/>
              <a:t>(</a:t>
            </a:r>
            <a:r>
              <a:rPr lang="ja-JP" altLang="ja-JP" sz="1200" b="1" dirty="0"/>
              <a:t>510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https://www.tullys.co.jp/menu/drink/coffee/iced.html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普通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pic>
        <p:nvPicPr>
          <p:cNvPr id="2050" name="Picture 2" descr="カフェ アメリカーノ">
            <a:extLst>
              <a:ext uri="{FF2B5EF4-FFF2-40B4-BE49-F238E27FC236}">
                <a16:creationId xmlns:a16="http://schemas.microsoft.com/office/drawing/2014/main" id="{4ACBADD6-052D-11D8-03F3-86056F006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352695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デカフェ コーヒー カフェインレス">
            <a:extLst>
              <a:ext uri="{FF2B5EF4-FFF2-40B4-BE49-F238E27FC236}">
                <a16:creationId xmlns:a16="http://schemas.microsoft.com/office/drawing/2014/main" id="{2CF9E35A-2224-51FC-F96B-13CAEE379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18" y="12146"/>
            <a:ext cx="2290011" cy="229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ブレンドコーヒー">
            <a:extLst>
              <a:ext uri="{FF2B5EF4-FFF2-40B4-BE49-F238E27FC236}">
                <a16:creationId xmlns:a16="http://schemas.microsoft.com/office/drawing/2014/main" id="{C456D73A-53BD-2E1A-61F6-244CDCAF8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42" y="4537530"/>
            <a:ext cx="2308324" cy="2308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181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A7CE0-F80C-CFD8-A14F-0DBFD2FE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2E16C8D2-B5DF-DDC1-9B24-56A16118B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79AC5A6-502A-EFB1-A668-69A7AA5F7431}"/>
              </a:ext>
            </a:extLst>
          </p:cNvPr>
          <p:cNvSpPr txBox="1"/>
          <p:nvPr/>
        </p:nvSpPr>
        <p:spPr>
          <a:xfrm>
            <a:off x="2586129" y="157116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店：ドトール</a:t>
            </a:r>
            <a:endParaRPr lang="en-US" altLang="ja-JP" sz="1200" b="1" dirty="0"/>
          </a:p>
          <a:p>
            <a:r>
              <a:rPr lang="ja-JP" altLang="en-US" sz="1200" b="1" dirty="0"/>
              <a:t>名前：アメリカンコーヒー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S(150ml)M(200ml)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S(280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https://www.doutor.co.jp/dcs/menu/detail/20110907153900.htmll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コーヒーの濃さ：軽め</a:t>
            </a:r>
            <a:endParaRPr lang="en-US"/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598320B-10AE-3A59-27F7-1FD0BC867937}"/>
              </a:ext>
            </a:extLst>
          </p:cNvPr>
          <p:cNvSpPr txBox="1"/>
          <p:nvPr/>
        </p:nvSpPr>
        <p:spPr>
          <a:xfrm>
            <a:off x="2586129" y="2465440"/>
            <a:ext cx="5963266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　ドトール</a:t>
            </a:r>
            <a:endParaRPr lang="en-US" altLang="ja-JP" sz="1200" b="1" dirty="0"/>
          </a:p>
          <a:p>
            <a:r>
              <a:rPr lang="ja-JP" altLang="en-US" sz="1200" b="1" dirty="0"/>
              <a:t>名前：：</a:t>
            </a:r>
            <a:r>
              <a:rPr lang="ja-JP" altLang="ja-JP" sz="1200" b="1" dirty="0"/>
              <a:t>アイスコーヒー オハナブレンド～ハワイ島自社農園コーヒー豆10％使用～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S(150ml)M(200ml)L(250ml)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S(390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440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490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https://www.doutor.co.jp/dcs/menu/detail/20260331145715.html</a:t>
            </a:r>
          </a:p>
          <a:p>
            <a:r>
              <a:rPr lang="ja-JP" altLang="en-US" sz="1200" b="1" dirty="0"/>
              <a:t>産地：ハワイ島の豆</a:t>
            </a:r>
            <a:r>
              <a:rPr lang="en-US" altLang="ja-JP" sz="1200" b="1" dirty="0"/>
              <a:t>10</a:t>
            </a:r>
            <a:r>
              <a:rPr lang="ja-JP" altLang="en-US" sz="1200" b="1" dirty="0"/>
              <a:t>パーセント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コーヒー豆ブランド：オハナブレンド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軽め</a:t>
            </a:r>
            <a:endParaRPr lang="ja-JP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5C89259-9EC4-6226-45B8-12F86A162716}"/>
              </a:ext>
            </a:extLst>
          </p:cNvPr>
          <p:cNvSpPr txBox="1"/>
          <p:nvPr/>
        </p:nvSpPr>
        <p:spPr>
          <a:xfrm>
            <a:off x="2586129" y="7684167"/>
            <a:ext cx="40382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店：プロント</a:t>
            </a:r>
            <a:endParaRPr lang="en-US" altLang="ja-JP" sz="1200" b="1" dirty="0"/>
          </a:p>
          <a:p>
            <a:r>
              <a:rPr lang="ja-JP" altLang="en-US" sz="1200" b="1" dirty="0"/>
              <a:t>名前：アイスコーヒー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360</a:t>
            </a:r>
            <a:r>
              <a:rPr lang="ja-JP" altLang="en-US" sz="1200" b="1" dirty="0"/>
              <a:t>円～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endParaRPr lang="en-US" altLang="ja-JP" sz="1200" b="1" dirty="0"/>
          </a:p>
          <a:p>
            <a:r>
              <a:rPr lang="ja-JP" altLang="en-US" sz="1200" b="1" dirty="0"/>
              <a:t>産地：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</a:t>
            </a:r>
            <a:endParaRPr lang="en-US" altLang="ja-JP" sz="1200" b="1" dirty="0"/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AD32E350-B88D-713C-4CCB-6BA4C822CB70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54E116C-08D0-7A5F-5F02-E27E49D776DB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3074" name="Picture 2" descr="アメリカンコーヒー">
            <a:extLst>
              <a:ext uri="{FF2B5EF4-FFF2-40B4-BE49-F238E27FC236}">
                <a16:creationId xmlns:a16="http://schemas.microsoft.com/office/drawing/2014/main" id="{42A74A69-C02C-8CB9-7D7B-6262FCC86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92" y="93108"/>
            <a:ext cx="2197872" cy="2197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アイスコーヒー オハナブレンド～ハワイ島自社農園コーヒー豆10％使用～">
            <a:extLst>
              <a:ext uri="{FF2B5EF4-FFF2-40B4-BE49-F238E27FC236}">
                <a16:creationId xmlns:a16="http://schemas.microsoft.com/office/drawing/2014/main" id="{167BDC8D-3F16-8478-955C-0D6DFAE3E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5" y="2465440"/>
            <a:ext cx="2082834" cy="208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アイスコーヒー">
            <a:extLst>
              <a:ext uri="{FF2B5EF4-FFF2-40B4-BE49-F238E27FC236}">
                <a16:creationId xmlns:a16="http://schemas.microsoft.com/office/drawing/2014/main" id="{21876035-5DFF-A7B9-B0B8-9FFDF93D4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225" y="6989755"/>
            <a:ext cx="2480313" cy="1860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E2C66A-40C0-B279-3FDD-C2BA0C68F6DF}"/>
              </a:ext>
            </a:extLst>
          </p:cNvPr>
          <p:cNvSpPr txBox="1"/>
          <p:nvPr/>
        </p:nvSpPr>
        <p:spPr>
          <a:xfrm>
            <a:off x="2723169" y="4681431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店：カフェドクリエ</a:t>
            </a:r>
            <a:endParaRPr lang="en-US" altLang="ja-JP" sz="1200" b="1" dirty="0"/>
          </a:p>
          <a:p>
            <a:r>
              <a:rPr lang="ja-JP" altLang="en-US" sz="1200" b="1" dirty="0"/>
              <a:t>名前：ブレンドコーヒー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S(160ml)R(240ml)L(320ml)</a:t>
            </a:r>
          </a:p>
          <a:p>
            <a:r>
              <a:rPr lang="ja-JP" altLang="en-US" sz="1200" b="1" dirty="0"/>
              <a:t>値段：</a:t>
            </a:r>
            <a:r>
              <a:rPr lang="ja-JP" altLang="ja-JP" sz="1200" b="1" dirty="0"/>
              <a:t>（S）￥390〜￥450（R）￥420〜￥480</a:t>
            </a:r>
            <a:r>
              <a:rPr lang="ja-JP" altLang="en-US" sz="1200" b="1" dirty="0"/>
              <a:t>（</a:t>
            </a:r>
            <a:r>
              <a:rPr lang="ja-JP" altLang="ja-JP" sz="1200" b="1" dirty="0"/>
              <a:t>L）￥480〜￥540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https://c-united.co.jp/crie/drink/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</a:t>
            </a:r>
            <a:r>
              <a:rPr lang="en-US" altLang="ja-JP" sz="1200" b="1" dirty="0"/>
              <a:t>:</a:t>
            </a:r>
            <a:r>
              <a:rPr lang="ja-JP" altLang="en-US" sz="1200" b="1" dirty="0"/>
              <a:t>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kumimoji="1" lang="ja-JP" altLang="en-US" dirty="0"/>
          </a:p>
        </p:txBody>
      </p:sp>
      <p:pic>
        <p:nvPicPr>
          <p:cNvPr id="3080" name="Picture 8" descr="ホットドリンク">
            <a:extLst>
              <a:ext uri="{FF2B5EF4-FFF2-40B4-BE49-F238E27FC236}">
                <a16:creationId xmlns:a16="http://schemas.microsoft.com/office/drawing/2014/main" id="{ADC4E46C-8CCC-01D9-494A-B1E575A4A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3" y="4639618"/>
            <a:ext cx="1889459" cy="1889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024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6C57-BA13-5089-3722-3D31B541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209A72A-801C-6E99-0F8E-96CF1CD881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797037B-189D-2633-40D1-44A073D66E77}"/>
              </a:ext>
            </a:extLst>
          </p:cNvPr>
          <p:cNvSpPr txBox="1"/>
          <p:nvPr/>
        </p:nvSpPr>
        <p:spPr>
          <a:xfrm>
            <a:off x="2778634" y="176226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店：カフェドクリエ</a:t>
            </a:r>
            <a:endParaRPr lang="en-US" altLang="ja-JP" sz="1200" b="1" dirty="0"/>
          </a:p>
          <a:p>
            <a:r>
              <a:rPr lang="ja-JP" altLang="en-US" sz="1200" b="1" dirty="0"/>
              <a:t>名前：アメリカンコーヒー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R(240ml)L(320ml)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S(390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450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420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480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540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https://c-united.co.jp/crie/drink/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</a:t>
            </a:r>
            <a:r>
              <a:rPr lang="en-US" altLang="ja-JP" sz="1200" b="1" dirty="0"/>
              <a:t>:</a:t>
            </a:r>
            <a:r>
              <a:rPr lang="ja-JP" altLang="en-US" sz="1200" b="1" dirty="0"/>
              <a:t>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</a:t>
            </a:r>
            <a:r>
              <a:rPr lang="ja-JP" altLang="en-US" sz="1200" b="1">
                <a:ea typeface="游ゴシック"/>
              </a:rPr>
              <a:t>：普通</a:t>
            </a:r>
            <a:endParaRPr lang="ja-JP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E7E9297-AACA-372A-896E-650C841F02C8}"/>
              </a:ext>
            </a:extLst>
          </p:cNvPr>
          <p:cNvSpPr txBox="1"/>
          <p:nvPr/>
        </p:nvSpPr>
        <p:spPr>
          <a:xfrm>
            <a:off x="2586129" y="2465440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店：カフェドクリエ</a:t>
            </a:r>
            <a:endParaRPr lang="en-US" altLang="ja-JP" sz="1200" b="1" dirty="0"/>
          </a:p>
          <a:p>
            <a:r>
              <a:rPr lang="ja-JP" altLang="en-US" sz="1200" b="1" dirty="0"/>
              <a:t>名前：アイスコーヒー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S(160ml)R(240ml)L(320ml)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S(390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450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420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480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540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https://c-united.co.jp/crie/drink/</a:t>
            </a:r>
            <a:endParaRPr lang="en-US" altLang="ja-JP" sz="1200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</a:t>
            </a:r>
            <a:r>
              <a:rPr lang="en-US" altLang="ja-JP" sz="1200" b="1" dirty="0"/>
              <a:t>:</a:t>
            </a:r>
            <a:r>
              <a:rPr lang="ja-JP" altLang="en-US" sz="1200" b="1" dirty="0"/>
              <a:t>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普通</a:t>
            </a:r>
            <a:endParaRPr lang="ja-JP"/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A0F43AF-4DA0-7B2A-608C-8D8943C7A09B}"/>
              </a:ext>
            </a:extLst>
          </p:cNvPr>
          <p:cNvSpPr txBox="1"/>
          <p:nvPr/>
        </p:nvSpPr>
        <p:spPr>
          <a:xfrm>
            <a:off x="2586129" y="4603439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店：カフェベローチェ</a:t>
            </a:r>
            <a:endParaRPr lang="en-US" altLang="ja-JP" sz="1200" b="1" dirty="0"/>
          </a:p>
          <a:p>
            <a:r>
              <a:rPr lang="ja-JP" altLang="en-US" sz="1200" b="1" dirty="0"/>
              <a:t>名前：ブレンドコーヒー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R(200ml)L(300ml)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330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390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440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https://c-united.co.jp/veloce/products/hotdrink/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2A006D9-1D8D-363B-9E4D-E7B34A657B61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62DF4814-3FB8-6D02-5EDC-E3C73C910311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4098" name="Picture 2" descr="ホットドリンク">
            <a:extLst>
              <a:ext uri="{FF2B5EF4-FFF2-40B4-BE49-F238E27FC236}">
                <a16:creationId xmlns:a16="http://schemas.microsoft.com/office/drawing/2014/main" id="{6D6DCF25-DA48-F4A0-6505-E56C14480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0" y="-13122"/>
            <a:ext cx="2242386" cy="224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アイスドリンク">
            <a:extLst>
              <a:ext uri="{FF2B5EF4-FFF2-40B4-BE49-F238E27FC236}">
                <a16:creationId xmlns:a16="http://schemas.microsoft.com/office/drawing/2014/main" id="{2AA60DCD-2BB0-3996-A18A-1B18243B5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278831"/>
            <a:ext cx="2242386" cy="224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アメリカンコーヒー">
            <a:extLst>
              <a:ext uri="{FF2B5EF4-FFF2-40B4-BE49-F238E27FC236}">
                <a16:creationId xmlns:a16="http://schemas.microsoft.com/office/drawing/2014/main" id="{AEC12AC2-D672-1E84-46C4-C1B5F2036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641" y="4595081"/>
            <a:ext cx="2011625" cy="201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014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CB7A0B2-27D4-B94F-6325-C1C9019ED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33" y="-2714420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1293BA-616E-0987-21B8-A7619C225D63}"/>
              </a:ext>
            </a:extLst>
          </p:cNvPr>
          <p:cNvSpPr txBox="1"/>
          <p:nvPr/>
        </p:nvSpPr>
        <p:spPr>
          <a:xfrm>
            <a:off x="2586129" y="157116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店：カフェベローチェ</a:t>
            </a:r>
            <a:endParaRPr lang="en-US" altLang="ja-JP" sz="1200" b="1" dirty="0"/>
          </a:p>
          <a:p>
            <a:r>
              <a:rPr lang="ja-JP" altLang="en-US" sz="1200" b="1" dirty="0"/>
              <a:t>名前：アメリカンコーヒー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R(200ml)L(300ml)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330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390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440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https://c-united.co.jp/veloce/products/hotdrink/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普通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CA3926-3D9C-F16E-6CDA-E56FFF96E663}"/>
              </a:ext>
            </a:extLst>
          </p:cNvPr>
          <p:cNvSpPr txBox="1"/>
          <p:nvPr/>
        </p:nvSpPr>
        <p:spPr>
          <a:xfrm>
            <a:off x="-1591043" y="2600476"/>
            <a:ext cx="33324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店：</a:t>
            </a:r>
            <a:endParaRPr lang="en-US" altLang="ja-JP" sz="1200" b="1" dirty="0"/>
          </a:p>
          <a:p>
            <a:r>
              <a:rPr lang="ja-JP" altLang="en-US" sz="1200" b="1" dirty="0"/>
              <a:t>名前：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endParaRPr lang="en-US" altLang="ja-JP" sz="1200" b="1" dirty="0"/>
          </a:p>
          <a:p>
            <a:r>
              <a:rPr lang="ja-JP" altLang="en-US" sz="1200" b="1" dirty="0"/>
              <a:t>産地：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</a:t>
            </a:r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A6FF9D7-F304-4C77-6E14-B40F7346B4BB}"/>
              </a:ext>
            </a:extLst>
          </p:cNvPr>
          <p:cNvSpPr txBox="1"/>
          <p:nvPr/>
        </p:nvSpPr>
        <p:spPr>
          <a:xfrm>
            <a:off x="2586129" y="4667663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店：エクセルシオールカフェ</a:t>
            </a:r>
            <a:endParaRPr lang="en-US" altLang="ja-JP" sz="1200" b="1" dirty="0"/>
          </a:p>
          <a:p>
            <a:r>
              <a:rPr lang="ja-JP" altLang="en-US" sz="1200" b="1" dirty="0"/>
              <a:t>名前：ブレンドコーヒー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R(230ml)L(280ml)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R(380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)L(430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 https://www.doutor.co.jp/exc/menu/detail/20120509141245.html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軽め</a:t>
            </a:r>
            <a:endParaRPr lang="ja-JP"/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077209-EDE2-0210-EB1B-2D884D667B99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9AB69AA-5F48-B074-BB28-38575941FA5C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3" name="Picture 6" descr="アメリカンコーヒー">
            <a:extLst>
              <a:ext uri="{FF2B5EF4-FFF2-40B4-BE49-F238E27FC236}">
                <a16:creationId xmlns:a16="http://schemas.microsoft.com/office/drawing/2014/main" id="{4B867BA8-B0E9-5778-64B6-44E2A1914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504" y="178712"/>
            <a:ext cx="2011625" cy="201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アイスコーヒー">
            <a:extLst>
              <a:ext uri="{FF2B5EF4-FFF2-40B4-BE49-F238E27FC236}">
                <a16:creationId xmlns:a16="http://schemas.microsoft.com/office/drawing/2014/main" id="{35867F69-B7F4-DFF1-65F1-06B00075F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3" y="2430127"/>
            <a:ext cx="2072149" cy="2072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7601548-CAA5-C253-D4C5-FED9F43A5EEC}"/>
              </a:ext>
            </a:extLst>
          </p:cNvPr>
          <p:cNvSpPr txBox="1"/>
          <p:nvPr/>
        </p:nvSpPr>
        <p:spPr>
          <a:xfrm>
            <a:off x="2586129" y="2431233"/>
            <a:ext cx="5963266" cy="18466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店：カフェベローチェ</a:t>
            </a:r>
            <a:endParaRPr lang="en-US" altLang="ja-JP" sz="1200" b="1" dirty="0"/>
          </a:p>
          <a:p>
            <a:r>
              <a:rPr lang="ja-JP" altLang="en-US" sz="1200" b="1" dirty="0"/>
              <a:t>名前：アイスコーヒー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R(200ml)L(300ml)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330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390</a:t>
            </a:r>
            <a:r>
              <a:rPr lang="ja-JP" altLang="en-US" sz="1200" b="1" dirty="0"/>
              <a:t>円～</a:t>
            </a:r>
            <a:r>
              <a:rPr lang="en-US" altLang="ja-JP" sz="1200" b="1" dirty="0"/>
              <a:t>440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https://c-united.co.jp/veloce/products/icedrink/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濃い</a:t>
            </a:r>
            <a:endParaRPr lang="ja-JP"/>
          </a:p>
          <a:p>
            <a:endParaRPr kumimoji="1"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D36C817-8A16-F725-7ED0-AF117DC71F10}"/>
              </a:ext>
            </a:extLst>
          </p:cNvPr>
          <p:cNvSpPr txBox="1"/>
          <p:nvPr/>
        </p:nvSpPr>
        <p:spPr>
          <a:xfrm>
            <a:off x="350758" y="7021158"/>
            <a:ext cx="1566696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/>
              <a:t>店：エクセルシオールカフェ</a:t>
            </a:r>
            <a:endParaRPr lang="en-US" altLang="ja-JP" sz="1200" b="1" dirty="0"/>
          </a:p>
          <a:p>
            <a:r>
              <a:rPr lang="ja-JP" altLang="en-US" sz="1200" b="1" dirty="0"/>
              <a:t>名前：ブレンドコーヒー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R(230ml)L(280ml)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円～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endParaRPr lang="en-US" altLang="ja-JP" sz="1200" b="1" dirty="0"/>
          </a:p>
          <a:p>
            <a:r>
              <a:rPr lang="ja-JP" altLang="en-US" sz="1200" b="1" dirty="0"/>
              <a:t>産地：なし</a:t>
            </a:r>
            <a:r>
              <a:rPr lang="en-US" altLang="ja-JP" sz="1200" b="1" dirty="0"/>
              <a:t>https://www.doutor.co.jp/exc/menu/detail/20120509141245.html</a:t>
            </a:r>
          </a:p>
          <a:p>
            <a:r>
              <a:rPr lang="ja-JP" altLang="en-US" sz="1200" b="1" dirty="0"/>
              <a:t>コーヒー豆ブランド：</a:t>
            </a:r>
            <a:endParaRPr lang="en-US" altLang="ja-JP" sz="1200" b="1" dirty="0"/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pic>
        <p:nvPicPr>
          <p:cNvPr id="15" name="Picture 4" descr="ブレンドコーヒー">
            <a:extLst>
              <a:ext uri="{FF2B5EF4-FFF2-40B4-BE49-F238E27FC236}">
                <a16:creationId xmlns:a16="http://schemas.microsoft.com/office/drawing/2014/main" id="{A02FD88F-AC32-7B93-DAFA-1EB7EF693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577" y="4667663"/>
            <a:ext cx="1846659" cy="1846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657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CCB7A0B2-27D4-B94F-6325-C1C9019ED1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71293BA-616E-0987-21B8-A7619C225D63}"/>
              </a:ext>
            </a:extLst>
          </p:cNvPr>
          <p:cNvSpPr txBox="1"/>
          <p:nvPr/>
        </p:nvSpPr>
        <p:spPr>
          <a:xfrm>
            <a:off x="2586129" y="157116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店：エクセルシオールカフェ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名前：アメリカーノ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R(230ml)L(280ml)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R(380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)L(430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 https://www.doutor.co.jp/exc/menu/detail/20230607113337.html</a:t>
            </a:r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軽め</a:t>
            </a:r>
            <a:endParaRPr lang="ja-JP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CA3926-3D9C-F16E-6CDA-E56FFF96E663}"/>
              </a:ext>
            </a:extLst>
          </p:cNvPr>
          <p:cNvSpPr txBox="1"/>
          <p:nvPr/>
        </p:nvSpPr>
        <p:spPr>
          <a:xfrm>
            <a:off x="2586129" y="2465440"/>
            <a:ext cx="596326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店：エクセルシオールカフェ</a:t>
            </a:r>
            <a:endParaRPr lang="en-US" altLang="ja-JP" sz="1200" b="1" dirty="0"/>
          </a:p>
          <a:p>
            <a:r>
              <a:rPr lang="ja-JP" altLang="en-US" sz="1200" b="1" dirty="0"/>
              <a:t>名前：</a:t>
            </a:r>
            <a:r>
              <a:rPr lang="ja-JP" altLang="ja-JP" sz="1200" b="1" dirty="0"/>
              <a:t>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R(230ml)L(280ml)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https://www.doutor.co.jp/exc/menu/detail/20111129222246.html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軽め</a:t>
            </a:r>
            <a:endParaRPr lang="ja-JP"/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A6FF9D7-F304-4C77-6E14-B40F7346B4BB}"/>
              </a:ext>
            </a:extLst>
          </p:cNvPr>
          <p:cNvSpPr txBox="1"/>
          <p:nvPr/>
        </p:nvSpPr>
        <p:spPr>
          <a:xfrm>
            <a:off x="2586129" y="4667663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店：エクセルシオールカフェ</a:t>
            </a:r>
            <a:endParaRPr lang="en-US" altLang="ja-JP" sz="1200" b="1" dirty="0"/>
          </a:p>
          <a:p>
            <a:r>
              <a:rPr lang="ja-JP" altLang="en-US" sz="1200" b="1" dirty="0"/>
              <a:t>名前：　アイスアメリカーノ</a:t>
            </a:r>
            <a:endParaRPr lang="en-US" altLang="ja-JP" sz="1200" b="1" dirty="0"/>
          </a:p>
          <a:p>
            <a:r>
              <a:rPr lang="ja-JP" altLang="en-US" sz="1200" b="1" dirty="0"/>
              <a:t>大きさ：　</a:t>
            </a:r>
            <a:r>
              <a:rPr lang="en-US" altLang="ja-JP" sz="1200" b="1" dirty="0"/>
              <a:t>R(230ml)L(280ml)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380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430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</a:t>
            </a:r>
            <a:r>
              <a:rPr lang="en-US" altLang="ja-JP" sz="1200" b="1" dirty="0"/>
              <a:t>:https://www.doutor.co.jp/exc/menu/detail/20230607115328.html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</a:t>
            </a:r>
            <a:r>
              <a:rPr lang="ja-JP" altLang="en-US" sz="1200" b="1">
                <a:ea typeface="游ゴシック"/>
              </a:rPr>
              <a:t>軽め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42077209-EDE2-0210-EB1B-2D884D667B99}"/>
              </a:ext>
            </a:extLst>
          </p:cNvPr>
          <p:cNvSpPr/>
          <p:nvPr/>
        </p:nvSpPr>
        <p:spPr>
          <a:xfrm>
            <a:off x="366254" y="2411739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9AB69AA-5F48-B074-BB28-38575941FA5C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BD3EFDCD-0A22-F474-79E1-DB6875052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75204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アイスコーヒー">
            <a:extLst>
              <a:ext uri="{FF2B5EF4-FFF2-40B4-BE49-F238E27FC236}">
                <a16:creationId xmlns:a16="http://schemas.microsoft.com/office/drawing/2014/main" id="{FC7CFA4F-5291-0201-FC23-C2F02F0B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385984"/>
            <a:ext cx="2123658" cy="2123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アイス アメリカーノ">
            <a:extLst>
              <a:ext uri="{FF2B5EF4-FFF2-40B4-BE49-F238E27FC236}">
                <a16:creationId xmlns:a16="http://schemas.microsoft.com/office/drawing/2014/main" id="{D3CFBCE5-0DA8-04D6-EC51-AE4E4785B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46" y="4575466"/>
            <a:ext cx="2017764" cy="2017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17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85F9A-9847-C33A-6C43-84F998B42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C2B9855-6156-3570-DF8E-C7A5568AA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82A52D-2DA6-8D18-2725-2EB7F9698286}"/>
              </a:ext>
            </a:extLst>
          </p:cNvPr>
          <p:cNvSpPr txBox="1"/>
          <p:nvPr/>
        </p:nvSpPr>
        <p:spPr>
          <a:xfrm>
            <a:off x="2586129" y="157116"/>
            <a:ext cx="596326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店：カフェドクリエ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名前：カフェインレスコーヒー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大きさ：不明</a:t>
            </a:r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ja-JP" altLang="ja-JP" sz="1200" b="1" dirty="0"/>
              <a:t>450</a:t>
            </a:r>
            <a:r>
              <a:rPr lang="ja-JP" altLang="en-US" sz="1200" b="1" dirty="0"/>
              <a:t>円</a:t>
            </a:r>
            <a:r>
              <a:rPr lang="ja-JP" altLang="ja-JP" sz="1200" b="1" dirty="0"/>
              <a:t>〜510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 </a:t>
            </a:r>
            <a:r>
              <a:rPr lang="en-US" altLang="ja-JP" sz="1200" b="1" dirty="0">
                <a:hlinkClick r:id="rId3"/>
              </a:rPr>
              <a:t>https://www.doutor.co.jp/exc/menu/detail/20230607113337.html</a:t>
            </a:r>
            <a:endParaRPr lang="en-US" altLang="ja-JP" sz="1200" b="1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04EB6EF-4AB3-908B-36B0-B48A0EDD0015}"/>
              </a:ext>
            </a:extLst>
          </p:cNvPr>
          <p:cNvSpPr txBox="1"/>
          <p:nvPr/>
        </p:nvSpPr>
        <p:spPr>
          <a:xfrm>
            <a:off x="2804656" y="2624958"/>
            <a:ext cx="596326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店：セブンイレブン</a:t>
            </a:r>
            <a:endParaRPr lang="en-US" altLang="ja-JP" sz="1200" b="1" dirty="0"/>
          </a:p>
          <a:p>
            <a:r>
              <a:rPr lang="ja-JP" altLang="en-US" sz="1200" b="1" dirty="0"/>
              <a:t>名前：セブンカフェアイスコーヒー</a:t>
            </a:r>
            <a:endParaRPr lang="en-US" altLang="ja-JP" sz="1200" b="1" dirty="0"/>
          </a:p>
          <a:p>
            <a:r>
              <a:rPr lang="ja-JP" altLang="en-US" sz="1200" b="1" dirty="0"/>
              <a:t>　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M(180ml) L(300ml)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130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232</a:t>
            </a:r>
            <a:r>
              <a:rPr lang="ja-JP" altLang="en-US" sz="1200" b="1" dirty="0"/>
              <a:t>円）</a:t>
            </a:r>
            <a:r>
              <a:rPr lang="en-US" altLang="ja-JP" sz="1200" b="1" dirty="0"/>
              <a:t>XL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260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https://www.sej.co.jp/products/a/sevencafe/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コーヒーの濃さ：軽め、普通、</a:t>
            </a:r>
            <a:r>
              <a:rPr lang="ja-JP" altLang="en-US" sz="1200" b="1">
                <a:ea typeface="游ゴシック"/>
              </a:rPr>
              <a:t>濃い</a:t>
            </a:r>
            <a:endParaRPr lang="ja-JP" sz="1200" b="1">
              <a:ea typeface="游ゴシック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452F0D-151A-D29B-A0EE-15A77C92998B}"/>
              </a:ext>
            </a:extLst>
          </p:cNvPr>
          <p:cNvSpPr txBox="1"/>
          <p:nvPr/>
        </p:nvSpPr>
        <p:spPr>
          <a:xfrm>
            <a:off x="2586129" y="4667663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店：セブンイレブン</a:t>
            </a:r>
            <a:endParaRPr lang="en-US" altLang="ja-JP" sz="1200" b="1" dirty="0"/>
          </a:p>
          <a:p>
            <a:r>
              <a:rPr lang="ja-JP" altLang="en-US" sz="1200" b="1" dirty="0"/>
              <a:t>名前：セブンカフェホットコーヒー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150ml</a:t>
            </a:r>
            <a:r>
              <a:rPr lang="ja-JP" altLang="en-US" sz="1200" b="1" dirty="0"/>
              <a:t>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250ml</a:t>
            </a:r>
            <a:r>
              <a:rPr lang="ja-JP" altLang="en-US" sz="1200" b="1" dirty="0"/>
              <a:t>）</a:t>
            </a:r>
            <a:endParaRPr lang="en-US" altLang="ja-JP" sz="1200" b="1" dirty="0"/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M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130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）</a:t>
            </a:r>
            <a:r>
              <a:rPr lang="en-US" altLang="ja-JP" sz="1200" b="1" dirty="0"/>
              <a:t>L</a:t>
            </a:r>
            <a:r>
              <a:rPr lang="ja-JP" altLang="en-US" sz="1200" b="1" dirty="0"/>
              <a:t>（</a:t>
            </a:r>
            <a:r>
              <a:rPr lang="en-US" altLang="ja-JP" sz="1200" b="1" dirty="0"/>
              <a:t>204</a:t>
            </a:r>
            <a:r>
              <a:rPr lang="ja-JP" altLang="en-US" sz="1200" b="1" dirty="0"/>
              <a:t>円）</a:t>
            </a:r>
            <a:endParaRPr lang="en-US" altLang="ja-JP" sz="1200" b="1" dirty="0"/>
          </a:p>
          <a:p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https://www.sej.co.jp/products/a/sevencafe/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4BE0603-795A-E056-C0CF-2AF9B784B21A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3C7736F-8E6A-B347-B518-F399DFAA7A4E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2919BC96-86D6-1ED8-F3BB-6E0898C45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75204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 descr="ホットドリンク">
            <a:extLst>
              <a:ext uri="{FF2B5EF4-FFF2-40B4-BE49-F238E27FC236}">
                <a16:creationId xmlns:a16="http://schemas.microsoft.com/office/drawing/2014/main" id="{23B389FB-4955-B72D-06F1-4D285BD6E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90" y="157116"/>
            <a:ext cx="2162175" cy="2162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F5DEC05-BA40-3699-45EC-CB980F64F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65440"/>
            <a:ext cx="2641372" cy="1981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92AB2F4E-1A16-5214-C2ED-E7C49521A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8" y="4627615"/>
            <a:ext cx="2518611" cy="1888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580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5934-C948-6DED-3494-D5255D47F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702F318-AE1C-946F-94CE-C9FD8CD4EC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20222B4-5330-0B4D-EF4C-C0C857892BC9}"/>
              </a:ext>
            </a:extLst>
          </p:cNvPr>
          <p:cNvSpPr txBox="1"/>
          <p:nvPr/>
        </p:nvSpPr>
        <p:spPr>
          <a:xfrm>
            <a:off x="2612537" y="270925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店：セブンイレブン</a:t>
            </a:r>
            <a:endParaRPr lang="en-US" altLang="ja-JP" sz="1200" b="1" dirty="0"/>
          </a:p>
          <a:p>
            <a:r>
              <a:rPr lang="ja-JP" altLang="en-US" sz="1200" b="1" dirty="0"/>
              <a:t>名前：セブンカフェ　水素焙煎コーヒーアイス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R(180ml)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R(149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 </a:t>
            </a:r>
            <a:r>
              <a:rPr lang="en-US" altLang="ja-JP" sz="1200" b="1" dirty="0">
                <a:hlinkClick r:id="rId3"/>
              </a:rPr>
              <a:t>https://www.doutor.co.jp/exc/menu/detail/20230607113337.html</a:t>
            </a:r>
            <a:endParaRPr lang="en-US" altLang="ja-JP" sz="1200" b="1" dirty="0"/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コーヒーの濃さ：軽め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DEC77F7-5E0B-7948-01D0-05F1BD64F1E3}"/>
              </a:ext>
            </a:extLst>
          </p:cNvPr>
          <p:cNvSpPr txBox="1"/>
          <p:nvPr/>
        </p:nvSpPr>
        <p:spPr>
          <a:xfrm>
            <a:off x="2586129" y="2465440"/>
            <a:ext cx="596326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店：セブンイレブン</a:t>
            </a:r>
            <a:endParaRPr lang="en-US" altLang="ja-JP" sz="1200" b="1" dirty="0"/>
          </a:p>
          <a:p>
            <a:r>
              <a:rPr lang="ja-JP" altLang="en-US" sz="1200" b="1" dirty="0"/>
              <a:t>名前：セブンカフェ　水素焙煎珈琲ホット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R(150ml)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R(180ml)</a:t>
            </a:r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https://www.doutor.co.jp/exc/menu/detail/20230607113337.html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ja-JP" altLang="ja-JP" b="1" dirty="0"/>
          </a:p>
          <a:p>
            <a:r>
              <a:rPr lang="ja-JP" sz="1200" b="1">
                <a:ea typeface="游ゴシック"/>
              </a:rPr>
              <a:t>コーヒーの濃さ：軽め</a:t>
            </a:r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63E409-892C-5D1B-7B04-3D085087D0E4}"/>
              </a:ext>
            </a:extLst>
          </p:cNvPr>
          <p:cNvSpPr txBox="1"/>
          <p:nvPr/>
        </p:nvSpPr>
        <p:spPr>
          <a:xfrm>
            <a:off x="2586129" y="4667663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店：ファミリーマート</a:t>
            </a:r>
            <a:endParaRPr lang="en-US" altLang="ja-JP" sz="1200" b="1" dirty="0"/>
          </a:p>
          <a:p>
            <a:r>
              <a:rPr lang="ja-JP" altLang="en-US" sz="1200" b="1" dirty="0"/>
              <a:t>名前：モカブレンド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R(155ml)L(220ml)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 R(158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l)L(232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https://www.family.co.jp/goods/cafe.html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コーヒー豆ブランド：モカ豆</a:t>
            </a:r>
            <a:endParaRPr lang="en-US" altLang="ja-JP" sz="1200" b="1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コーヒーの濃さ：普通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299E195-E128-3305-761D-7053EA554BDA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72F1C68-B288-BCEB-A4E8-D0A39E0850FB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3538AAF0-C391-4426-7DBF-72267F7978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75204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3DD6F477-B402-E4E6-AD77-9370456435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832"/>
            <a:ext cx="2612537" cy="19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7DAC6043-B9EB-525E-6BFD-2EDFE27AF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80" y="2558228"/>
            <a:ext cx="2454295" cy="183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15E852A3-26EA-0D80-BBCE-75C55232C8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758" y="4292046"/>
            <a:ext cx="2613887" cy="2499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241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1272-C93E-69CA-8AE9-8E4BEFCE2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AA95774-3FF9-70E6-196C-E0334CD7F2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254" y="157116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D9BD9B2-F020-89B6-221A-8B8AD6CA8BD6}"/>
              </a:ext>
            </a:extLst>
          </p:cNvPr>
          <p:cNvSpPr txBox="1"/>
          <p:nvPr/>
        </p:nvSpPr>
        <p:spPr>
          <a:xfrm>
            <a:off x="2586129" y="157116"/>
            <a:ext cx="596326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店：ファミリーマート</a:t>
            </a:r>
          </a:p>
          <a:p>
            <a:r>
              <a:rPr lang="ja-JP" altLang="en-US" sz="1200" b="1" dirty="0"/>
              <a:t>名前：ブレンド</a:t>
            </a:r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R(155ml)L(220ml)</a:t>
            </a:r>
          </a:p>
          <a:p>
            <a:r>
              <a:rPr lang="ja-JP" altLang="en-US" sz="1200" b="1" dirty="0"/>
              <a:t>値段： </a:t>
            </a:r>
            <a:r>
              <a:rPr lang="en-US" altLang="ja-JP" sz="1200" b="1" dirty="0"/>
              <a:t>R(158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l)L(232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https://www.family.co.jp/goods/cafe.html</a:t>
            </a:r>
          </a:p>
          <a:p>
            <a:r>
              <a:rPr lang="ja-JP" altLang="en-US" sz="1200" b="1" dirty="0"/>
              <a:t>産地：なし</a:t>
            </a:r>
          </a:p>
          <a:p>
            <a:r>
              <a:rPr lang="ja-JP" altLang="en-US" sz="1200" b="1" dirty="0"/>
              <a:t>コーヒー豆ブランド：なし</a:t>
            </a:r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79400CA-8144-41D6-AF62-7CC500B7D1A4}"/>
              </a:ext>
            </a:extLst>
          </p:cNvPr>
          <p:cNvSpPr txBox="1"/>
          <p:nvPr/>
        </p:nvSpPr>
        <p:spPr>
          <a:xfrm>
            <a:off x="2586129" y="2465440"/>
            <a:ext cx="5963266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店：ファミリーマート</a:t>
            </a:r>
          </a:p>
          <a:p>
            <a:r>
              <a:rPr lang="ja-JP" altLang="en-US" sz="1200" b="1" dirty="0"/>
              <a:t>名前：アイスモカブレンド</a:t>
            </a:r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170ml</a:t>
            </a:r>
          </a:p>
          <a:p>
            <a:r>
              <a:rPr lang="ja-JP" altLang="en-US" sz="1200" b="1" dirty="0"/>
              <a:t>値段： </a:t>
            </a:r>
            <a:r>
              <a:rPr lang="en-US" altLang="ja-JP" sz="1200" b="1" dirty="0"/>
              <a:t>120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https://www.family.co.jp/goods/cafe/0210447.html</a:t>
            </a:r>
          </a:p>
          <a:p>
            <a:r>
              <a:rPr lang="ja-JP" altLang="en-US" sz="1200" b="1" dirty="0"/>
              <a:t>産地：なし</a:t>
            </a:r>
          </a:p>
          <a:p>
            <a:r>
              <a:rPr lang="ja-JP" altLang="en-US" sz="1200" b="1">
                <a:ea typeface="游ゴシック"/>
              </a:rPr>
              <a:t>コーヒー豆ブランド：モカ豆</a:t>
            </a:r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ja-JP" sz="1200" b="1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780C2B0-37DE-7005-9B5B-59133ACE90F0}"/>
              </a:ext>
            </a:extLst>
          </p:cNvPr>
          <p:cNvSpPr txBox="1"/>
          <p:nvPr/>
        </p:nvSpPr>
        <p:spPr>
          <a:xfrm>
            <a:off x="2586129" y="4667663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店：ファミリーマート</a:t>
            </a:r>
            <a:endParaRPr lang="en-US" altLang="ja-JP" sz="1200" b="1" dirty="0"/>
          </a:p>
          <a:p>
            <a:r>
              <a:rPr lang="ja-JP" altLang="en-US" sz="1200" b="1" dirty="0"/>
              <a:t>名前：　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S(170ml)M(300ml)L(420ml)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S(139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)M(232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)L(320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https://www.family.co.jp/goods/cafe.html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 dirty="0"/>
              <a:t>コーヒー豆ブランド：なし</a:t>
            </a:r>
            <a:endParaRPr lang="en-US" altLang="ja-JP" sz="1200" b="1" dirty="0"/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/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C5FC0F7-8E8D-8D6D-013A-BD7A5A04143A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8CE7DA2-665C-938C-4C3F-024DC1FFFF2A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2F56FD68-220A-5503-AD20-68FF8AB4E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54" y="275204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3F9DC436-34BD-F052-B9DD-EA99E97E3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8832"/>
            <a:ext cx="2612537" cy="19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E02043F6-8BB0-F98A-DC00-C9CA1EF10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467" y="-2304858"/>
            <a:ext cx="2454295" cy="183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8A1CCA17-B115-4090-B680-C212269088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661" y="177846"/>
            <a:ext cx="2088741" cy="212840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6E139D8-4F8C-7373-823C-97B89C79CA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16" y="2139395"/>
            <a:ext cx="2415749" cy="234716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C413029-89B2-1180-5F35-A3B84B1460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839" y="4444158"/>
            <a:ext cx="2130977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82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CFDE1-C5F9-2BFB-9778-D9FEAC98D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A5A2D48-ACE7-2752-C32F-E24620A5E6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538" y="-2185031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673E2D9-DF7B-44C3-8AA8-E4754366B4EC}"/>
              </a:ext>
            </a:extLst>
          </p:cNvPr>
          <p:cNvSpPr txBox="1"/>
          <p:nvPr/>
        </p:nvSpPr>
        <p:spPr>
          <a:xfrm>
            <a:off x="2586129" y="157116"/>
            <a:ext cx="5963266" cy="22159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S(160ml)M(250ml)L(300ml)</a:t>
            </a:r>
            <a:r>
              <a:rPr lang="ja-JP" altLang="en-US" sz="1200" b="1" dirty="0"/>
              <a:t>メガ</a:t>
            </a:r>
            <a:r>
              <a:rPr lang="en-US" altLang="ja-JP" sz="1200" b="1" dirty="0"/>
              <a:t>(500ml)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S(160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)M(230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)L(260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en-US" sz="1200" b="1" dirty="0"/>
              <a:t>メガ</a:t>
            </a:r>
            <a:r>
              <a:rPr lang="en-US" altLang="ja-JP" sz="1200" b="1" dirty="0"/>
              <a:t>(360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コーヒー豆ブランド：アラビカ種</a:t>
            </a:r>
            <a:endParaRPr lang="en-US" altLang="ja-JP" sz="1200" b="1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/>
          </a:p>
          <a:p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311676-C1EF-FF46-55C8-C000BDD5941D}"/>
              </a:ext>
            </a:extLst>
          </p:cNvPr>
          <p:cNvSpPr txBox="1"/>
          <p:nvPr/>
        </p:nvSpPr>
        <p:spPr>
          <a:xfrm>
            <a:off x="2586129" y="2465440"/>
            <a:ext cx="5963266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S(180ml)M(250ml)</a:t>
            </a:r>
            <a:r>
              <a:rPr lang="ja-JP" altLang="en-US" sz="1200" b="1" dirty="0"/>
              <a:t>メガ</a:t>
            </a:r>
            <a:r>
              <a:rPr lang="en-US" altLang="ja-JP" sz="1200" b="1" dirty="0"/>
              <a:t>(500ml)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S(160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)M(260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  <a:r>
              <a:rPr lang="ja-JP" altLang="en-US" sz="1200" b="1" dirty="0"/>
              <a:t>メガ</a:t>
            </a:r>
            <a:r>
              <a:rPr lang="en-US" altLang="ja-JP" sz="1200" b="1" dirty="0"/>
              <a:t>(</a:t>
            </a:r>
            <a:r>
              <a:rPr lang="ja-JP" altLang="en-US" sz="1200" b="1" dirty="0"/>
              <a:t>３</a:t>
            </a:r>
            <a:r>
              <a:rPr lang="en-US" altLang="ja-JP" sz="1200" b="1" dirty="0"/>
              <a:t>60</a:t>
            </a:r>
            <a:r>
              <a:rPr lang="ja-JP" altLang="en-US" sz="1200" b="1" dirty="0"/>
              <a:t>円</a:t>
            </a:r>
            <a:r>
              <a:rPr lang="en-US" altLang="ja-JP" sz="1200" b="1" dirty="0"/>
              <a:t>)</a:t>
            </a:r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</a:t>
            </a:r>
            <a:r>
              <a:rPr lang="ja-JP" sz="1200" b="1">
                <a:ea typeface="游ゴシック"/>
              </a:rPr>
              <a:t>アラビカ種</a:t>
            </a:r>
            <a:endParaRPr lang="ja-JP" altLang="en-US" sz="1200">
              <a:ea typeface="游ゴシック"/>
            </a:endParaRPr>
          </a:p>
          <a:p>
            <a:r>
              <a:rPr lang="ja-JP" altLang="en-US" sz="1200" b="1">
                <a:ea typeface="游ゴシック"/>
              </a:rPr>
              <a:t>コーヒーの濃さ：軽め、普通、濃い</a:t>
            </a:r>
            <a:endParaRPr lang="ja-JP" altLang="en-US" sz="120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  <a:p>
            <a:endParaRPr lang="ja-JP" sz="1200" b="1" dirty="0">
              <a:ea typeface="游ゴシック"/>
            </a:endParaRPr>
          </a:p>
          <a:p>
            <a:endParaRPr lang="ja-JP" altLang="en-US" sz="1200" b="1" dirty="0">
              <a:ea typeface="游ゴシック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90521A9-5447-E20D-EB49-1B9DC5B193AF}"/>
              </a:ext>
            </a:extLst>
          </p:cNvPr>
          <p:cNvSpPr txBox="1"/>
          <p:nvPr/>
        </p:nvSpPr>
        <p:spPr>
          <a:xfrm>
            <a:off x="2586129" y="4667663"/>
            <a:ext cx="5963266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名前：カフェインレスアイスコーヒー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250ml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280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</a:t>
            </a:r>
            <a:r>
              <a:rPr lang="ja-JP" sz="1200" b="1">
                <a:ea typeface="游ゴシック"/>
              </a:rPr>
              <a:t>アラビカ種</a:t>
            </a:r>
            <a:endParaRPr lang="ja-JP" sz="1200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 sz="1200">
              <a:ea typeface="游ゴシック"/>
            </a:endParaRPr>
          </a:p>
          <a:p>
            <a:endParaRPr lang="ja-JP" dirty="0">
              <a:ea typeface="游ゴシック"/>
            </a:endParaRPr>
          </a:p>
          <a:p>
            <a:endParaRPr lang="ja-JP" altLang="en-US" sz="1200" b="1" dirty="0">
              <a:ea typeface="游ゴシック"/>
            </a:endParaRPr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EB17C213-B778-8739-F020-DB083357E1A1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DDAF292-AE05-D7A1-2166-D5D5416A4CBE}"/>
              </a:ext>
            </a:extLst>
          </p:cNvPr>
          <p:cNvSpPr/>
          <p:nvPr/>
        </p:nvSpPr>
        <p:spPr>
          <a:xfrm>
            <a:off x="366254" y="4548274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F56BAF6A-7E65-388F-20E7-3E9C63FA3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548" y="-2545506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10F7EB17-CBF0-6302-5A1E-D3552B386A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919" y="-2432761"/>
            <a:ext cx="2612537" cy="19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0543157F-D962-35E3-F4A8-6FFA13C2A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467" y="-2304858"/>
            <a:ext cx="2454295" cy="183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7DFC3E59-A06A-0673-3865-CE2284A61E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20" y="127230"/>
            <a:ext cx="2212482" cy="216374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7A17EB6-4603-C6FF-40BB-6D2B5332C8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573" y="2420503"/>
            <a:ext cx="2179509" cy="1844200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8F040836-1CFD-FB9B-AD32-363725738D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573" y="4548274"/>
            <a:ext cx="2166925" cy="204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0E17-D063-8DBD-2FB7-13B85E9F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669A2A76-1B88-98C5-8FF3-47D3DA0419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233" y="-2290813"/>
            <a:ext cx="2072148" cy="207214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63EB471-BF82-AAF4-1950-B4499523E1A9}"/>
              </a:ext>
            </a:extLst>
          </p:cNvPr>
          <p:cNvSpPr txBox="1"/>
          <p:nvPr/>
        </p:nvSpPr>
        <p:spPr>
          <a:xfrm>
            <a:off x="2586129" y="157116"/>
            <a:ext cx="5963266" cy="295465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名前：カフェインレスホットコーヒー</a:t>
            </a:r>
            <a:endParaRPr lang="en-US" altLang="ja-JP" sz="1200" b="1" dirty="0"/>
          </a:p>
          <a:p>
            <a:r>
              <a:rPr lang="ja-JP" altLang="en-US" sz="1200" b="1" dirty="0"/>
              <a:t>大きさ</a:t>
            </a:r>
            <a:r>
              <a:rPr lang="en-US" altLang="ja-JP" sz="1200" b="1" dirty="0"/>
              <a:t>160ml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230 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コーヒー豆ブランド：アラビカ種</a:t>
            </a:r>
            <a:endParaRPr lang="en-US" altLang="ja-JP" sz="1200" b="1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コーヒーの濃さ：軽め、普通、濃い</a:t>
            </a:r>
            <a:endParaRPr lang="ja-JP" sz="1200">
              <a:ea typeface="游ゴシック"/>
            </a:endParaRPr>
          </a:p>
          <a:p>
            <a:endParaRPr lang="ja-JP" dirty="0">
              <a:ea typeface="游ゴシック"/>
            </a:endParaRPr>
          </a:p>
          <a:p>
            <a:endParaRPr lang="ja-JP" altLang="en-US" sz="1200" b="1" dirty="0">
              <a:ea typeface="游ゴシック"/>
            </a:endParaRPr>
          </a:p>
          <a:p>
            <a:endParaRPr lang="ja-JP" altLang="ja-JP" b="1" dirty="0"/>
          </a:p>
          <a:p>
            <a:endParaRPr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E49E44C-BBB1-A0E4-92F5-9973E62701BD}"/>
              </a:ext>
            </a:extLst>
          </p:cNvPr>
          <p:cNvSpPr txBox="1"/>
          <p:nvPr/>
        </p:nvSpPr>
        <p:spPr>
          <a:xfrm>
            <a:off x="2438402" y="2266757"/>
            <a:ext cx="5963266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名前：モカブレンド</a:t>
            </a:r>
            <a:endParaRPr lang="en-US" altLang="ja-JP" sz="1200" b="1" dirty="0"/>
          </a:p>
          <a:p>
            <a:r>
              <a:rPr lang="ja-JP" altLang="en-US" sz="1200" b="1" dirty="0"/>
              <a:t>大きさ</a:t>
            </a:r>
            <a:r>
              <a:rPr lang="en-US" altLang="ja-JP" sz="1200" b="1" dirty="0"/>
              <a:t>160ml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180 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コーヒー豆ブランド：モカ豆</a:t>
            </a:r>
            <a:endParaRPr lang="en-US" altLang="ja-JP" sz="1200" b="1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 sz="1200">
              <a:ea typeface="游ゴシック"/>
            </a:endParaRPr>
          </a:p>
          <a:p>
            <a:endParaRPr lang="ja-JP" dirty="0">
              <a:ea typeface="游ゴシック"/>
            </a:endParaRPr>
          </a:p>
          <a:p>
            <a:endParaRPr lang="ja-JP" altLang="en-US" sz="1200" b="1" dirty="0">
              <a:ea typeface="游ゴシック"/>
            </a:endParaRPr>
          </a:p>
          <a:p>
            <a:endParaRPr lang="ja-JP" altLang="en-US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2725734-858D-E9E0-4C7F-5D68E7100EE5}"/>
              </a:ext>
            </a:extLst>
          </p:cNvPr>
          <p:cNvSpPr txBox="1"/>
          <p:nvPr/>
        </p:nvSpPr>
        <p:spPr>
          <a:xfrm>
            <a:off x="2586129" y="4667663"/>
            <a:ext cx="5963266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sz="1200" b="1" dirty="0"/>
              <a:t>店：ローソン</a:t>
            </a:r>
            <a:endParaRPr lang="en-US" altLang="ja-JP" sz="1200" b="1" dirty="0"/>
          </a:p>
          <a:p>
            <a:r>
              <a:rPr lang="ja-JP" altLang="en-US" sz="1200" b="1" dirty="0"/>
              <a:t>名前：　アイスモカブレンド</a:t>
            </a:r>
            <a:endParaRPr lang="en-US" altLang="ja-JP" sz="1200" b="1" dirty="0"/>
          </a:p>
          <a:p>
            <a:r>
              <a:rPr lang="ja-JP" altLang="en-US" sz="1200" b="1" dirty="0"/>
              <a:t>大きさ：</a:t>
            </a:r>
            <a:r>
              <a:rPr lang="en-US" altLang="ja-JP" sz="1200" b="1" dirty="0"/>
              <a:t>180ml</a:t>
            </a:r>
          </a:p>
          <a:p>
            <a:r>
              <a:rPr lang="ja-JP" altLang="en-US" sz="1200" b="1" dirty="0"/>
              <a:t>値段：</a:t>
            </a:r>
            <a:r>
              <a:rPr lang="en-US" altLang="ja-JP" sz="1200" b="1" dirty="0"/>
              <a:t>190</a:t>
            </a:r>
            <a:r>
              <a:rPr lang="ja-JP" altLang="en-US" sz="1200" b="1" dirty="0"/>
              <a:t>円</a:t>
            </a:r>
            <a:endParaRPr lang="en-US" altLang="ja-JP" sz="1200" b="1" dirty="0"/>
          </a:p>
          <a:p>
            <a:endParaRPr lang="en-US" altLang="ja-JP" sz="1200" b="1" dirty="0"/>
          </a:p>
          <a:p>
            <a:r>
              <a:rPr lang="ja-JP" altLang="en-US" sz="1200" b="1" dirty="0"/>
              <a:t>公式サイト：</a:t>
            </a:r>
            <a:r>
              <a:rPr lang="en-US" altLang="ja-JP" sz="1200" b="1" dirty="0"/>
              <a:t>https://www.lawson.co.jp/recommend/original/coffee/index.html</a:t>
            </a:r>
          </a:p>
          <a:p>
            <a:r>
              <a:rPr lang="ja-JP" altLang="en-US" sz="1200" b="1" dirty="0"/>
              <a:t>産地：なし</a:t>
            </a:r>
            <a:endParaRPr lang="en-US" altLang="ja-JP" sz="1200" b="1" dirty="0"/>
          </a:p>
          <a:p>
            <a:r>
              <a:rPr lang="ja-JP" altLang="en-US" sz="1200" b="1">
                <a:ea typeface="游ゴシック"/>
              </a:rPr>
              <a:t>コーヒー豆ブランド：モカ豆</a:t>
            </a:r>
            <a:endParaRPr lang="en-US" altLang="ja-JP" sz="1200" b="1">
              <a:ea typeface="游ゴシック"/>
            </a:endParaRPr>
          </a:p>
          <a:p>
            <a:r>
              <a:rPr lang="ja-JP" sz="1200" b="1">
                <a:ea typeface="游ゴシック"/>
              </a:rPr>
              <a:t>コーヒーの濃さ：濃い</a:t>
            </a:r>
            <a:endParaRPr lang="ja-JP"/>
          </a:p>
          <a:p>
            <a:endParaRPr lang="ja-JP" altLang="ja-JP" b="1" dirty="0"/>
          </a:p>
          <a:p>
            <a:endParaRPr kumimoji="1" lang="ja-JP" altLang="en-US" dirty="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F46F4ED-0C89-D908-CAFD-C053F322163A}"/>
              </a:ext>
            </a:extLst>
          </p:cNvPr>
          <p:cNvSpPr/>
          <p:nvPr/>
        </p:nvSpPr>
        <p:spPr>
          <a:xfrm>
            <a:off x="366254" y="2352695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22778DA-7F54-3647-43AF-C29FB2E7D763}"/>
              </a:ext>
            </a:extLst>
          </p:cNvPr>
          <p:cNvSpPr/>
          <p:nvPr/>
        </p:nvSpPr>
        <p:spPr>
          <a:xfrm>
            <a:off x="3586911" y="-2446652"/>
            <a:ext cx="2072148" cy="207214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chemeClr val="bg2">
                    <a:lumMod val="50000"/>
                  </a:schemeClr>
                </a:solidFill>
              </a:rPr>
              <a:t>画像スペース</a:t>
            </a:r>
          </a:p>
          <a:p>
            <a:pPr algn="ctr"/>
            <a:endParaRPr kumimoji="1" lang="ja-JP" altLang="en-US" dirty="0"/>
          </a:p>
        </p:txBody>
      </p:sp>
      <p:pic>
        <p:nvPicPr>
          <p:cNvPr id="6146" name="Picture 2" descr="アメリカーノ">
            <a:extLst>
              <a:ext uri="{FF2B5EF4-FFF2-40B4-BE49-F238E27FC236}">
                <a16:creationId xmlns:a16="http://schemas.microsoft.com/office/drawing/2014/main" id="{4ACCC17A-E4FB-E134-F045-F88795D55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9852" y="-2304858"/>
            <a:ext cx="2072148" cy="2072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B26C8B21-AFAB-7001-720B-AC13DD72B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432" y="-2666572"/>
            <a:ext cx="2612537" cy="1959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8BD731A5-5746-A3D1-04DD-CB589144AB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467" y="-2304858"/>
            <a:ext cx="2454295" cy="183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図 2">
            <a:extLst>
              <a:ext uri="{FF2B5EF4-FFF2-40B4-BE49-F238E27FC236}">
                <a16:creationId xmlns:a16="http://schemas.microsoft.com/office/drawing/2014/main" id="{C229D020-D5AC-644D-E7AC-83CAC55025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" y="2287650"/>
            <a:ext cx="2434774" cy="207214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B876F8A-EDA3-7D9C-BAB7-83B463BBAF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272" y="237578"/>
            <a:ext cx="1966130" cy="1714649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E7F054A-02E2-F52D-A386-87BEA34B97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525" y="4695221"/>
            <a:ext cx="2235605" cy="171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5892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3F757C-6655-EAC4-1B16-C71B4EA6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その他外部文献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CABF7C7-76A8-DEF8-DEDA-68140131A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>
                <a:hlinkClick r:id="rId2"/>
              </a:rPr>
              <a:t>https://vibelife.hatenablog.com/entry/2025/06/21/065620</a:t>
            </a:r>
            <a:endParaRPr kumimoji="1" lang="en-US" altLang="ja-JP" dirty="0"/>
          </a:p>
          <a:p>
            <a:r>
              <a:rPr kumimoji="1" lang="en-US" altLang="ja-JP" dirty="0">
                <a:hlinkClick r:id="rId3"/>
              </a:rPr>
              <a:t>https://www.irukacafe.com/coffee-size-price/#toc4</a:t>
            </a:r>
            <a:endParaRPr kumimoji="1" lang="en-US" altLang="ja-JP" dirty="0"/>
          </a:p>
          <a:p>
            <a:r>
              <a:rPr kumimoji="1" lang="en-US" altLang="ja-JP" dirty="0"/>
              <a:t>https://reiwajpn.net/archives/6521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2783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</TotalTime>
  <Words>2272</Words>
  <Application>Microsoft Office PowerPoint</Application>
  <PresentationFormat>Widescreen</PresentationFormat>
  <Paragraphs>355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その他外部文献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豊田 紅里</dc:creator>
  <cp:lastModifiedBy>冨川 遼大</cp:lastModifiedBy>
  <cp:revision>69</cp:revision>
  <dcterms:created xsi:type="dcterms:W3CDTF">2026-06-18T04:41:57Z</dcterms:created>
  <dcterms:modified xsi:type="dcterms:W3CDTF">2026-06-19T07:17:29Z</dcterms:modified>
</cp:coreProperties>
</file>